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72" r:id="rId10"/>
    <p:sldId id="296" r:id="rId11"/>
    <p:sldId id="297" r:id="rId12"/>
    <p:sldId id="298" r:id="rId13"/>
    <p:sldId id="299" r:id="rId14"/>
    <p:sldId id="300" r:id="rId15"/>
    <p:sldId id="301" r:id="rId16"/>
    <p:sldId id="303" r:id="rId17"/>
    <p:sldId id="302" r:id="rId18"/>
  </p:sldIdLst>
  <p:sldSz cx="9144000" cy="5143500" type="screen16x9"/>
  <p:notesSz cx="6858000" cy="9144000"/>
  <p:embeddedFontLst>
    <p:embeddedFont>
      <p:font typeface="Yusei Magic" charset="-128"/>
      <p:regular r:id="rId20"/>
    </p:embeddedFont>
    <p:embeddedFont>
      <p:font typeface="DM Sans Medium" charset="0"/>
      <p:regular r:id="rId21"/>
      <p:bold r:id="rId22"/>
      <p:italic r:id="rId23"/>
      <p:boldItalic r:id="rId24"/>
    </p:embeddedFont>
    <p:embeddedFont>
      <p:font typeface="Raleway" charset="0"/>
      <p:regular r:id="rId25"/>
      <p:bold r:id="rId26"/>
      <p:italic r:id="rId27"/>
      <p:boldItalic r:id="rId28"/>
    </p:embeddedFont>
    <p:embeddedFont>
      <p:font typeface="Nunito Light" charset="0"/>
      <p:regular r:id="rId29"/>
      <p:italic r:id="rId30"/>
    </p:embeddedFont>
    <p:embeddedFont>
      <p:font typeface="Bebas Neue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E63735B6-2188-40EB-ACAD-2C284D7E6D66}">
  <a:tblStyle styleId="{E63735B6-2188-40EB-ACAD-2C284D7E6D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862209F-E32E-4E49-8F8E-0F2A34C8F5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-80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dreane Deschenes" userId="23aa82a02f6ee89b" providerId="LiveId" clId="{6C83BED0-3AB7-417E-AB86-80F74B7F3F60}"/>
    <pc:docChg chg="custSel addSld delSld modSld">
      <pc:chgData name="Audreane Deschenes" userId="23aa82a02f6ee89b" providerId="LiveId" clId="{6C83BED0-3AB7-417E-AB86-80F74B7F3F60}" dt="2025-12-11T08:25:12.756" v="3" actId="2696"/>
      <pc:docMkLst>
        <pc:docMk/>
      </pc:docMkLst>
      <pc:sldChg chg="delSp modSp add del mod">
        <pc:chgData name="Audreane Deschenes" userId="23aa82a02f6ee89b" providerId="LiveId" clId="{6C83BED0-3AB7-417E-AB86-80F74B7F3F60}" dt="2025-12-11T08:25:12.756" v="3" actId="2696"/>
        <pc:sldMkLst>
          <pc:docMk/>
          <pc:sldMk cId="3613149469" sldId="304"/>
        </pc:sldMkLst>
        <pc:picChg chg="del mod">
          <ac:chgData name="Audreane Deschenes" userId="23aa82a02f6ee89b" providerId="LiveId" clId="{6C83BED0-3AB7-417E-AB86-80F74B7F3F60}" dt="2025-12-11T08:24:54.531" v="2" actId="478"/>
          <ac:picMkLst>
            <pc:docMk/>
            <pc:sldMk cId="3613149469" sldId="304"/>
            <ac:picMk id="3" creationId="{3ADE4781-62F6-D8BE-A8B0-CB0A7A8B508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30a95a04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30a95a04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125d80b4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125d80b4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125d80b419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125d80b419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>
          <a:extLst>
            <a:ext uri="{FF2B5EF4-FFF2-40B4-BE49-F238E27FC236}">
              <a16:creationId xmlns:a16="http://schemas.microsoft.com/office/drawing/2014/main" xmlns="" id="{1B7FF502-B8A4-E63A-D57C-24C888FE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125d80b419_0_776:notes">
            <a:extLst>
              <a:ext uri="{FF2B5EF4-FFF2-40B4-BE49-F238E27FC236}">
                <a16:creationId xmlns:a16="http://schemas.microsoft.com/office/drawing/2014/main" xmlns="" id="{47005946-C2E3-0686-B145-596813D90A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125d80b419_0_776:notes">
            <a:extLst>
              <a:ext uri="{FF2B5EF4-FFF2-40B4-BE49-F238E27FC236}">
                <a16:creationId xmlns:a16="http://schemas.microsoft.com/office/drawing/2014/main" xmlns="" id="{A63786EF-4265-B25F-54B7-37E19DF8D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299046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>
          <a:extLst>
            <a:ext uri="{FF2B5EF4-FFF2-40B4-BE49-F238E27FC236}">
              <a16:creationId xmlns:a16="http://schemas.microsoft.com/office/drawing/2014/main" xmlns="" id="{71749BEE-83B9-95FB-979D-1F34E3642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125d80b419_0_776:notes">
            <a:extLst>
              <a:ext uri="{FF2B5EF4-FFF2-40B4-BE49-F238E27FC236}">
                <a16:creationId xmlns:a16="http://schemas.microsoft.com/office/drawing/2014/main" xmlns="" id="{271E5404-CC2B-9206-E649-655B8C9834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125d80b419_0_776:notes">
            <a:extLst>
              <a:ext uri="{FF2B5EF4-FFF2-40B4-BE49-F238E27FC236}">
                <a16:creationId xmlns:a16="http://schemas.microsoft.com/office/drawing/2014/main" xmlns="" id="{21B8C2F6-DD52-B3AA-9E3B-8C2E0FA452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454762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>
          <a:extLst>
            <a:ext uri="{FF2B5EF4-FFF2-40B4-BE49-F238E27FC236}">
              <a16:creationId xmlns:a16="http://schemas.microsoft.com/office/drawing/2014/main" xmlns="" id="{8A22B913-F0EB-5790-3C57-47D0BB90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125d80b419_0_776:notes">
            <a:extLst>
              <a:ext uri="{FF2B5EF4-FFF2-40B4-BE49-F238E27FC236}">
                <a16:creationId xmlns:a16="http://schemas.microsoft.com/office/drawing/2014/main" xmlns="" id="{0E25CB9B-6FA4-5E81-A950-24F813B21B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125d80b419_0_776:notes">
            <a:extLst>
              <a:ext uri="{FF2B5EF4-FFF2-40B4-BE49-F238E27FC236}">
                <a16:creationId xmlns:a16="http://schemas.microsoft.com/office/drawing/2014/main" xmlns="" id="{74B6EBD0-7869-E364-E4DA-FC01D0109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24519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>
          <a:extLst>
            <a:ext uri="{FF2B5EF4-FFF2-40B4-BE49-F238E27FC236}">
              <a16:creationId xmlns:a16="http://schemas.microsoft.com/office/drawing/2014/main" xmlns="" id="{4C1DCF68-6333-2B3A-0806-63D411287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125d80b419_0_776:notes">
            <a:extLst>
              <a:ext uri="{FF2B5EF4-FFF2-40B4-BE49-F238E27FC236}">
                <a16:creationId xmlns:a16="http://schemas.microsoft.com/office/drawing/2014/main" xmlns="" id="{8E71F15D-262D-FA7F-47F2-E0967AA404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125d80b419_0_776:notes">
            <a:extLst>
              <a:ext uri="{FF2B5EF4-FFF2-40B4-BE49-F238E27FC236}">
                <a16:creationId xmlns:a16="http://schemas.microsoft.com/office/drawing/2014/main" xmlns="" id="{77688229-7A11-7DBD-2071-DB33B4EC0F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428231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>
          <a:extLst>
            <a:ext uri="{FF2B5EF4-FFF2-40B4-BE49-F238E27FC236}">
              <a16:creationId xmlns:a16="http://schemas.microsoft.com/office/drawing/2014/main" xmlns="" id="{874378C8-8ED1-224A-A70A-AA739874E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125d80b419_0_776:notes">
            <a:extLst>
              <a:ext uri="{FF2B5EF4-FFF2-40B4-BE49-F238E27FC236}">
                <a16:creationId xmlns:a16="http://schemas.microsoft.com/office/drawing/2014/main" xmlns="" id="{B2C73D81-F1BE-63F0-9532-46AEB231B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125d80b419_0_776:notes">
            <a:extLst>
              <a:ext uri="{FF2B5EF4-FFF2-40B4-BE49-F238E27FC236}">
                <a16:creationId xmlns:a16="http://schemas.microsoft.com/office/drawing/2014/main" xmlns="" id="{0CA2047D-97D4-5760-BC53-49116E80C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152281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>
          <a:extLst>
            <a:ext uri="{FF2B5EF4-FFF2-40B4-BE49-F238E27FC236}">
              <a16:creationId xmlns:a16="http://schemas.microsoft.com/office/drawing/2014/main" xmlns="" id="{C0D4B9FF-72F4-9F9F-C2FA-7C64C82F0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125d80b419_0_776:notes">
            <a:extLst>
              <a:ext uri="{FF2B5EF4-FFF2-40B4-BE49-F238E27FC236}">
                <a16:creationId xmlns:a16="http://schemas.microsoft.com/office/drawing/2014/main" xmlns="" id="{8BDFF6EA-200C-3795-C724-A6341509A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125d80b419_0_776:notes">
            <a:extLst>
              <a:ext uri="{FF2B5EF4-FFF2-40B4-BE49-F238E27FC236}">
                <a16:creationId xmlns:a16="http://schemas.microsoft.com/office/drawing/2014/main" xmlns="" id="{C5751B9B-836C-3776-5719-45ECAB08A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34866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xmlns="" id="{F89DE483-D03E-0A2F-2D21-A14416169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ff18b49f31_1_71:notes">
            <a:extLst>
              <a:ext uri="{FF2B5EF4-FFF2-40B4-BE49-F238E27FC236}">
                <a16:creationId xmlns:a16="http://schemas.microsoft.com/office/drawing/2014/main" xmlns="" id="{7C040D7C-D1D4-7061-9B92-97FFD97E4E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ff18b49f31_1_71:notes">
            <a:extLst>
              <a:ext uri="{FF2B5EF4-FFF2-40B4-BE49-F238E27FC236}">
                <a16:creationId xmlns:a16="http://schemas.microsoft.com/office/drawing/2014/main" xmlns="" id="{D6A8EBEC-5C21-5332-436A-5DE85E305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1394603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xmlns="" id="{9B947317-0C65-F1CE-C4B7-A039BDC63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3376c31365_0_0:notes">
            <a:extLst>
              <a:ext uri="{FF2B5EF4-FFF2-40B4-BE49-F238E27FC236}">
                <a16:creationId xmlns:a16="http://schemas.microsoft.com/office/drawing/2014/main" xmlns="" id="{CC2D845C-D897-92B6-B335-711AA8FA3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3376c31365_0_0:notes">
            <a:extLst>
              <a:ext uri="{FF2B5EF4-FFF2-40B4-BE49-F238E27FC236}">
                <a16:creationId xmlns:a16="http://schemas.microsoft.com/office/drawing/2014/main" xmlns="" id="{3BDBE669-0836-4F29-9AF0-12C803E1B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740097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16825" y="1142075"/>
            <a:ext cx="6531000" cy="20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16813" y="3421825"/>
            <a:ext cx="6531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20510" y="-31575"/>
            <a:ext cx="8845259" cy="2668578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2391900" y="2333330"/>
            <a:ext cx="4360200" cy="14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3707700" y="1047900"/>
            <a:ext cx="1728600" cy="134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/>
          <p:nvPr/>
        </p:nvSpPr>
        <p:spPr>
          <a:xfrm rot="10800000" flipH="1">
            <a:off x="10" y="2537025"/>
            <a:ext cx="8845259" cy="2668578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>
            <a:spLocks noGrp="1"/>
          </p:cNvSpPr>
          <p:nvPr>
            <p:ph type="pic" idx="2"/>
          </p:nvPr>
        </p:nvSpPr>
        <p:spPr>
          <a:xfrm>
            <a:off x="5631000" y="0"/>
            <a:ext cx="3513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38" name="Google Shape;38;p7"/>
          <p:cNvSpPr/>
          <p:nvPr/>
        </p:nvSpPr>
        <p:spPr>
          <a:xfrm flipH="1">
            <a:off x="320510" y="-31575"/>
            <a:ext cx="8845259" cy="2668578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1653900" y="1350575"/>
            <a:ext cx="58362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5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ubTitle" idx="1"/>
          </p:nvPr>
        </p:nvSpPr>
        <p:spPr>
          <a:xfrm>
            <a:off x="1653900" y="3048001"/>
            <a:ext cx="5836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11"/>
          <p:cNvSpPr/>
          <p:nvPr/>
        </p:nvSpPr>
        <p:spPr>
          <a:xfrm>
            <a:off x="10" y="-762"/>
            <a:ext cx="8845259" cy="2668578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 idx="2" hasCustomPrompt="1"/>
          </p:nvPr>
        </p:nvSpPr>
        <p:spPr>
          <a:xfrm>
            <a:off x="862325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 idx="3" hasCustomPrompt="1"/>
          </p:nvPr>
        </p:nvSpPr>
        <p:spPr>
          <a:xfrm>
            <a:off x="862325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5"/>
          <p:cNvSpPr txBox="1">
            <a:spLocks noGrp="1"/>
          </p:cNvSpPr>
          <p:nvPr>
            <p:ph type="title" idx="4" hasCustomPrompt="1"/>
          </p:nvPr>
        </p:nvSpPr>
        <p:spPr>
          <a:xfrm>
            <a:off x="3561600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5"/>
          <p:cNvSpPr txBox="1">
            <a:spLocks noGrp="1"/>
          </p:cNvSpPr>
          <p:nvPr>
            <p:ph type="title" idx="5" hasCustomPrompt="1"/>
          </p:nvPr>
        </p:nvSpPr>
        <p:spPr>
          <a:xfrm>
            <a:off x="3561600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5"/>
          <p:cNvSpPr txBox="1">
            <a:spLocks noGrp="1"/>
          </p:cNvSpPr>
          <p:nvPr>
            <p:ph type="title" idx="6" hasCustomPrompt="1"/>
          </p:nvPr>
        </p:nvSpPr>
        <p:spPr>
          <a:xfrm>
            <a:off x="6260875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5"/>
          <p:cNvSpPr txBox="1">
            <a:spLocks noGrp="1"/>
          </p:cNvSpPr>
          <p:nvPr>
            <p:ph type="title" idx="7" hasCustomPrompt="1"/>
          </p:nvPr>
        </p:nvSpPr>
        <p:spPr>
          <a:xfrm>
            <a:off x="6260875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1"/>
          </p:nvPr>
        </p:nvSpPr>
        <p:spPr>
          <a:xfrm>
            <a:off x="862325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ubTitle" idx="8"/>
          </p:nvPr>
        </p:nvSpPr>
        <p:spPr>
          <a:xfrm>
            <a:off x="3561600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ubTitle" idx="9"/>
          </p:nvPr>
        </p:nvSpPr>
        <p:spPr>
          <a:xfrm>
            <a:off x="6260875" y="1984475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ubTitle" idx="13"/>
          </p:nvPr>
        </p:nvSpPr>
        <p:spPr>
          <a:xfrm>
            <a:off x="862325" y="3417950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ubTitle" idx="14"/>
          </p:nvPr>
        </p:nvSpPr>
        <p:spPr>
          <a:xfrm>
            <a:off x="3570900" y="3417950"/>
            <a:ext cx="2017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15"/>
          </p:nvPr>
        </p:nvSpPr>
        <p:spPr>
          <a:xfrm>
            <a:off x="6260875" y="3417950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2" name="Google Shape;82;p15"/>
          <p:cNvSpPr/>
          <p:nvPr/>
        </p:nvSpPr>
        <p:spPr>
          <a:xfrm rot="10800000">
            <a:off x="298735" y="2518075"/>
            <a:ext cx="8845259" cy="2668578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/>
          <p:nvPr/>
        </p:nvSpPr>
        <p:spPr>
          <a:xfrm rot="10800000" flipH="1">
            <a:off x="0" y="4461871"/>
            <a:ext cx="2429677" cy="681679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1209450" y="4568300"/>
            <a:ext cx="469550" cy="374575"/>
            <a:chOff x="1101425" y="4597125"/>
            <a:chExt cx="469550" cy="374575"/>
          </a:xfrm>
        </p:grpSpPr>
        <p:sp>
          <p:nvSpPr>
            <p:cNvPr id="85" name="Google Shape;85;p15"/>
            <p:cNvSpPr/>
            <p:nvPr/>
          </p:nvSpPr>
          <p:spPr>
            <a:xfrm>
              <a:off x="1101425" y="4597125"/>
              <a:ext cx="438050" cy="283250"/>
            </a:xfrm>
            <a:custGeom>
              <a:avLst/>
              <a:gdLst/>
              <a:ahLst/>
              <a:cxnLst/>
              <a:rect l="l" t="t" r="r" b="b"/>
              <a:pathLst>
                <a:path w="17522" h="11330" extrusionOk="0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1148975" y="4706625"/>
              <a:ext cx="422000" cy="265075"/>
            </a:xfrm>
            <a:custGeom>
              <a:avLst/>
              <a:gdLst/>
              <a:ahLst/>
              <a:cxnLst/>
              <a:rect l="l" t="t" r="r" b="b"/>
              <a:pathLst>
                <a:path w="16880" h="10603" extrusionOk="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1"/>
          </p:nvPr>
        </p:nvSpPr>
        <p:spPr>
          <a:xfrm>
            <a:off x="791500" y="1936100"/>
            <a:ext cx="23058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2"/>
          </p:nvPr>
        </p:nvSpPr>
        <p:spPr>
          <a:xfrm>
            <a:off x="791500" y="2588100"/>
            <a:ext cx="2305800" cy="11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3"/>
          </p:nvPr>
        </p:nvSpPr>
        <p:spPr>
          <a:xfrm>
            <a:off x="3420600" y="2588100"/>
            <a:ext cx="2304300" cy="11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4"/>
          </p:nvPr>
        </p:nvSpPr>
        <p:spPr>
          <a:xfrm>
            <a:off x="6048200" y="2588100"/>
            <a:ext cx="2304300" cy="11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5"/>
          </p:nvPr>
        </p:nvSpPr>
        <p:spPr>
          <a:xfrm>
            <a:off x="3420600" y="1936100"/>
            <a:ext cx="23043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6"/>
          </p:nvPr>
        </p:nvSpPr>
        <p:spPr>
          <a:xfrm>
            <a:off x="6048200" y="1936100"/>
            <a:ext cx="23043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/>
          <p:nvPr/>
        </p:nvSpPr>
        <p:spPr>
          <a:xfrm rot="10800000">
            <a:off x="298735" y="2518075"/>
            <a:ext cx="8845259" cy="2668578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 rot="10800000" flipH="1">
            <a:off x="10" y="2474925"/>
            <a:ext cx="8845259" cy="2668578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1"/>
          </p:nvPr>
        </p:nvSpPr>
        <p:spPr>
          <a:xfrm>
            <a:off x="2258453" y="1656375"/>
            <a:ext cx="5340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2"/>
          </p:nvPr>
        </p:nvSpPr>
        <p:spPr>
          <a:xfrm>
            <a:off x="2258453" y="2876075"/>
            <a:ext cx="5340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3"/>
          </p:nvPr>
        </p:nvSpPr>
        <p:spPr>
          <a:xfrm>
            <a:off x="2258453" y="4095775"/>
            <a:ext cx="5340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4"/>
          </p:nvPr>
        </p:nvSpPr>
        <p:spPr>
          <a:xfrm>
            <a:off x="2258453" y="1135025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5"/>
          </p:nvPr>
        </p:nvSpPr>
        <p:spPr>
          <a:xfrm>
            <a:off x="2258453" y="2354730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6"/>
          </p:nvPr>
        </p:nvSpPr>
        <p:spPr>
          <a:xfrm>
            <a:off x="2258453" y="3574435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1042500" y="1306475"/>
            <a:ext cx="30378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2"/>
          </p:nvPr>
        </p:nvSpPr>
        <p:spPr>
          <a:xfrm>
            <a:off x="1042500" y="1832375"/>
            <a:ext cx="30378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3"/>
          </p:nvPr>
        </p:nvSpPr>
        <p:spPr>
          <a:xfrm>
            <a:off x="5074800" y="1832375"/>
            <a:ext cx="3026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4"/>
          </p:nvPr>
        </p:nvSpPr>
        <p:spPr>
          <a:xfrm>
            <a:off x="1042500" y="3580700"/>
            <a:ext cx="30378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5"/>
          </p:nvPr>
        </p:nvSpPr>
        <p:spPr>
          <a:xfrm>
            <a:off x="5074800" y="3580700"/>
            <a:ext cx="3026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6"/>
          </p:nvPr>
        </p:nvSpPr>
        <p:spPr>
          <a:xfrm>
            <a:off x="1042500" y="3054800"/>
            <a:ext cx="30378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7"/>
          </p:nvPr>
        </p:nvSpPr>
        <p:spPr>
          <a:xfrm>
            <a:off x="5074800" y="1306475"/>
            <a:ext cx="3026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8"/>
          </p:nvPr>
        </p:nvSpPr>
        <p:spPr>
          <a:xfrm>
            <a:off x="5074800" y="3054800"/>
            <a:ext cx="3026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" name="Google Shape;119;p19"/>
          <p:cNvSpPr/>
          <p:nvPr/>
        </p:nvSpPr>
        <p:spPr>
          <a:xfrm rot="10800000" flipH="1">
            <a:off x="10" y="2537025"/>
            <a:ext cx="8845259" cy="2668578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9"/>
          <p:cNvSpPr/>
          <p:nvPr/>
        </p:nvSpPr>
        <p:spPr>
          <a:xfrm rot="10800000">
            <a:off x="6703698" y="4550852"/>
            <a:ext cx="2429677" cy="592698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" name="Google Shape;121;p19"/>
          <p:cNvGrpSpPr/>
          <p:nvPr/>
        </p:nvGrpSpPr>
        <p:grpSpPr>
          <a:xfrm flipH="1">
            <a:off x="7911581" y="4644500"/>
            <a:ext cx="469550" cy="374575"/>
            <a:chOff x="1101425" y="4597125"/>
            <a:chExt cx="469550" cy="374575"/>
          </a:xfrm>
        </p:grpSpPr>
        <p:sp>
          <p:nvSpPr>
            <p:cNvPr id="122" name="Google Shape;122;p19"/>
            <p:cNvSpPr/>
            <p:nvPr/>
          </p:nvSpPr>
          <p:spPr>
            <a:xfrm>
              <a:off x="1101425" y="4597125"/>
              <a:ext cx="438050" cy="283250"/>
            </a:xfrm>
            <a:custGeom>
              <a:avLst/>
              <a:gdLst/>
              <a:ahLst/>
              <a:cxnLst/>
              <a:rect l="l" t="t" r="r" b="b"/>
              <a:pathLst>
                <a:path w="17522" h="11330" extrusionOk="0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1148975" y="4706625"/>
              <a:ext cx="422000" cy="265075"/>
            </a:xfrm>
            <a:custGeom>
              <a:avLst/>
              <a:gdLst/>
              <a:ahLst/>
              <a:cxnLst/>
              <a:rect l="l" t="t" r="r" b="b"/>
              <a:pathLst>
                <a:path w="16880" h="10603" extrusionOk="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subTitle" idx="1"/>
          </p:nvPr>
        </p:nvSpPr>
        <p:spPr>
          <a:xfrm>
            <a:off x="782085" y="1811513"/>
            <a:ext cx="2345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subTitle" idx="2"/>
          </p:nvPr>
        </p:nvSpPr>
        <p:spPr>
          <a:xfrm>
            <a:off x="3397102" y="1811525"/>
            <a:ext cx="23499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3"/>
          </p:nvPr>
        </p:nvSpPr>
        <p:spPr>
          <a:xfrm>
            <a:off x="6016920" y="1811525"/>
            <a:ext cx="23499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ubTitle" idx="4"/>
          </p:nvPr>
        </p:nvSpPr>
        <p:spPr>
          <a:xfrm>
            <a:off x="782085" y="3512625"/>
            <a:ext cx="2345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5"/>
          </p:nvPr>
        </p:nvSpPr>
        <p:spPr>
          <a:xfrm>
            <a:off x="3399616" y="3512625"/>
            <a:ext cx="23493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6"/>
          </p:nvPr>
        </p:nvSpPr>
        <p:spPr>
          <a:xfrm>
            <a:off x="6019643" y="3512625"/>
            <a:ext cx="23445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7"/>
          </p:nvPr>
        </p:nvSpPr>
        <p:spPr>
          <a:xfrm>
            <a:off x="777180" y="1276675"/>
            <a:ext cx="2345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8"/>
          </p:nvPr>
        </p:nvSpPr>
        <p:spPr>
          <a:xfrm>
            <a:off x="3399616" y="1276675"/>
            <a:ext cx="23493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9"/>
          </p:nvPr>
        </p:nvSpPr>
        <p:spPr>
          <a:xfrm>
            <a:off x="6016920" y="1276675"/>
            <a:ext cx="23499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13"/>
          </p:nvPr>
        </p:nvSpPr>
        <p:spPr>
          <a:xfrm>
            <a:off x="777507" y="2973275"/>
            <a:ext cx="2345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subTitle" idx="14"/>
          </p:nvPr>
        </p:nvSpPr>
        <p:spPr>
          <a:xfrm>
            <a:off x="3399616" y="2973275"/>
            <a:ext cx="23493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ubTitle" idx="15"/>
          </p:nvPr>
        </p:nvSpPr>
        <p:spPr>
          <a:xfrm>
            <a:off x="6017207" y="2973275"/>
            <a:ext cx="23493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20"/>
          <p:cNvSpPr/>
          <p:nvPr/>
        </p:nvSpPr>
        <p:spPr>
          <a:xfrm flipH="1">
            <a:off x="320510" y="-31575"/>
            <a:ext cx="8845259" cy="2668578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 rot="10800000">
            <a:off x="298735" y="2518075"/>
            <a:ext cx="8845259" cy="2668578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7020299" y="40895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0" y="3794725"/>
            <a:ext cx="2307425" cy="1348800"/>
          </a:xfrm>
          <a:custGeom>
            <a:avLst/>
            <a:gdLst/>
            <a:ahLst/>
            <a:cxnLst/>
            <a:rect l="l" t="t" r="r" b="b"/>
            <a:pathLst>
              <a:path w="92297" h="53952" extrusionOk="0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2"/>
          <p:cNvSpPr/>
          <p:nvPr/>
        </p:nvSpPr>
        <p:spPr>
          <a:xfrm flipH="1">
            <a:off x="5672163" y="-31575"/>
            <a:ext cx="3493599" cy="1054005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2"/>
          <p:cNvSpPr/>
          <p:nvPr/>
        </p:nvSpPr>
        <p:spPr>
          <a:xfrm rot="-1826383">
            <a:off x="-230976" y="-475488"/>
            <a:ext cx="2396616" cy="1704147"/>
          </a:xfrm>
          <a:custGeom>
            <a:avLst/>
            <a:gdLst/>
            <a:ahLst/>
            <a:cxnLst/>
            <a:rect l="l" t="t" r="r" b="b"/>
            <a:pathLst>
              <a:path w="57186" h="35183" extrusionOk="0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2"/>
          <p:cNvSpPr/>
          <p:nvPr/>
        </p:nvSpPr>
        <p:spPr>
          <a:xfrm rot="5400000">
            <a:off x="-534876" y="3859462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/>
          <p:nvPr/>
        </p:nvSpPr>
        <p:spPr>
          <a:xfrm>
            <a:off x="10" y="-762"/>
            <a:ext cx="8845259" cy="2668578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rgbClr val="B77152">
              <a:alpha val="20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3"/>
          <p:cNvSpPr/>
          <p:nvPr/>
        </p:nvSpPr>
        <p:spPr>
          <a:xfrm rot="10800000" flipH="1">
            <a:off x="0" y="4461871"/>
            <a:ext cx="2429677" cy="681679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" name="Google Shape;154;p23"/>
          <p:cNvGrpSpPr/>
          <p:nvPr/>
        </p:nvGrpSpPr>
        <p:grpSpPr>
          <a:xfrm>
            <a:off x="1209450" y="4568300"/>
            <a:ext cx="469550" cy="374575"/>
            <a:chOff x="1101425" y="4597125"/>
            <a:chExt cx="469550" cy="374575"/>
          </a:xfrm>
        </p:grpSpPr>
        <p:sp>
          <p:nvSpPr>
            <p:cNvPr id="155" name="Google Shape;155;p23"/>
            <p:cNvSpPr/>
            <p:nvPr/>
          </p:nvSpPr>
          <p:spPr>
            <a:xfrm>
              <a:off x="1101425" y="4597125"/>
              <a:ext cx="438050" cy="283250"/>
            </a:xfrm>
            <a:custGeom>
              <a:avLst/>
              <a:gdLst/>
              <a:ahLst/>
              <a:cxnLst/>
              <a:rect l="l" t="t" r="r" b="b"/>
              <a:pathLst>
                <a:path w="17522" h="11330" extrusionOk="0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1148975" y="4706625"/>
              <a:ext cx="422000" cy="265075"/>
            </a:xfrm>
            <a:custGeom>
              <a:avLst/>
              <a:gdLst/>
              <a:ahLst/>
              <a:cxnLst/>
              <a:rect l="l" t="t" r="r" b="b"/>
              <a:pathLst>
                <a:path w="16880" h="10603" extrusionOk="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" name="Google Shape;157;p23"/>
          <p:cNvGrpSpPr/>
          <p:nvPr/>
        </p:nvGrpSpPr>
        <p:grpSpPr>
          <a:xfrm>
            <a:off x="1055867" y="4191425"/>
            <a:ext cx="218949" cy="282300"/>
            <a:chOff x="1454525" y="4245300"/>
            <a:chExt cx="217125" cy="282300"/>
          </a:xfrm>
        </p:grpSpPr>
        <p:sp>
          <p:nvSpPr>
            <p:cNvPr id="158" name="Google Shape;158;p23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23"/>
          <p:cNvGrpSpPr/>
          <p:nvPr/>
        </p:nvGrpSpPr>
        <p:grpSpPr>
          <a:xfrm rot="2500248">
            <a:off x="647156" y="4214240"/>
            <a:ext cx="135889" cy="176679"/>
            <a:chOff x="1454525" y="4245300"/>
            <a:chExt cx="217125" cy="282300"/>
          </a:xfrm>
        </p:grpSpPr>
        <p:sp>
          <p:nvSpPr>
            <p:cNvPr id="161" name="Google Shape;161;p23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Yusei Magic"/>
              <a:buNone/>
              <a:defRPr sz="3000">
                <a:solidFill>
                  <a:schemeClr val="dk1"/>
                </a:solidFill>
                <a:latin typeface="Yusei Magic"/>
                <a:ea typeface="Yusei Magic"/>
                <a:cs typeface="Yusei Magic"/>
                <a:sym typeface="Yusei Mag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 Medium"/>
              <a:buChar char="●"/>
              <a:defRPr sz="12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 Medium"/>
              <a:buChar char="○"/>
              <a:defRPr sz="12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 Medium"/>
              <a:buChar char="■"/>
              <a:defRPr sz="12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 Medium"/>
              <a:buChar char="●"/>
              <a:defRPr sz="12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 Medium"/>
              <a:buChar char="○"/>
              <a:defRPr sz="12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 Medium"/>
              <a:buChar char="■"/>
              <a:defRPr sz="12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 Medium"/>
              <a:buChar char="●"/>
              <a:defRPr sz="12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 Medium"/>
              <a:buChar char="○"/>
              <a:defRPr sz="12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ans Medium"/>
              <a:buChar char="■"/>
              <a:defRPr sz="1200">
                <a:solidFill>
                  <a:schemeClr val="dk2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61" r:id="rId8"/>
    <p:sldLayoutId id="2147483663" r:id="rId9"/>
    <p:sldLayoutId id="2147483664" r:id="rId10"/>
    <p:sldLayoutId id="2147483665" r:id="rId11"/>
    <p:sldLayoutId id="2147483666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>
            <a:spLocks noGrp="1"/>
          </p:cNvSpPr>
          <p:nvPr>
            <p:ph type="ctrTitle"/>
          </p:nvPr>
        </p:nvSpPr>
        <p:spPr>
          <a:xfrm>
            <a:off x="1216825" y="1142075"/>
            <a:ext cx="6531000" cy="20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Comfy Cozy</a:t>
            </a:r>
            <a:br>
              <a:rPr lang="en" dirty="0"/>
            </a:br>
            <a:r>
              <a:rPr lang="en" dirty="0"/>
              <a:t>Cafe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74" name="Google Shape;174;p27"/>
          <p:cNvSpPr txBox="1">
            <a:spLocks noGrp="1"/>
          </p:cNvSpPr>
          <p:nvPr>
            <p:ph type="subTitle" idx="1"/>
          </p:nvPr>
        </p:nvSpPr>
        <p:spPr>
          <a:xfrm>
            <a:off x="1216813" y="3421825"/>
            <a:ext cx="6531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/>
              <a:t>Presented By: Kiara Bartuccio, </a:t>
            </a:r>
          </a:p>
          <a:p>
            <a:pPr marL="0" lvl="0" indent="0"/>
            <a:r>
              <a:rPr lang="es-AR" dirty="0"/>
              <a:t>Audreane Deschenes, Jia-Yu JoyHo</a:t>
            </a:r>
            <a:endParaRPr dirty="0"/>
          </a:p>
        </p:txBody>
      </p:sp>
      <p:sp>
        <p:nvSpPr>
          <p:cNvPr id="175" name="Google Shape;175;p27"/>
          <p:cNvSpPr/>
          <p:nvPr/>
        </p:nvSpPr>
        <p:spPr>
          <a:xfrm>
            <a:off x="7020299" y="40895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0" y="3794725"/>
            <a:ext cx="2307425" cy="1348800"/>
          </a:xfrm>
          <a:custGeom>
            <a:avLst/>
            <a:gdLst/>
            <a:ahLst/>
            <a:cxnLst/>
            <a:rect l="l" t="t" r="r" b="b"/>
            <a:pathLst>
              <a:path w="92297" h="53952" extrusionOk="0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" name="Google Shape;177;p27"/>
          <p:cNvGrpSpPr/>
          <p:nvPr/>
        </p:nvGrpSpPr>
        <p:grpSpPr>
          <a:xfrm>
            <a:off x="1101425" y="4597125"/>
            <a:ext cx="469550" cy="374575"/>
            <a:chOff x="1101425" y="4597125"/>
            <a:chExt cx="469550" cy="374575"/>
          </a:xfrm>
        </p:grpSpPr>
        <p:sp>
          <p:nvSpPr>
            <p:cNvPr id="178" name="Google Shape;178;p27"/>
            <p:cNvSpPr/>
            <p:nvPr/>
          </p:nvSpPr>
          <p:spPr>
            <a:xfrm>
              <a:off x="1101425" y="4597125"/>
              <a:ext cx="438050" cy="283250"/>
            </a:xfrm>
            <a:custGeom>
              <a:avLst/>
              <a:gdLst/>
              <a:ahLst/>
              <a:cxnLst/>
              <a:rect l="l" t="t" r="r" b="b"/>
              <a:pathLst>
                <a:path w="17522" h="11330" extrusionOk="0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1148975" y="4706625"/>
              <a:ext cx="422000" cy="265075"/>
            </a:xfrm>
            <a:custGeom>
              <a:avLst/>
              <a:gdLst/>
              <a:ahLst/>
              <a:cxnLst/>
              <a:rect l="l" t="t" r="r" b="b"/>
              <a:pathLst>
                <a:path w="16880" h="10603" extrusionOk="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" name="Google Shape;180;p27"/>
          <p:cNvGrpSpPr/>
          <p:nvPr/>
        </p:nvGrpSpPr>
        <p:grpSpPr>
          <a:xfrm>
            <a:off x="1454525" y="4245300"/>
            <a:ext cx="217125" cy="282300"/>
            <a:chOff x="1454525" y="4245300"/>
            <a:chExt cx="217125" cy="282300"/>
          </a:xfrm>
        </p:grpSpPr>
        <p:sp>
          <p:nvSpPr>
            <p:cNvPr id="181" name="Google Shape;181;p27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7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27"/>
          <p:cNvSpPr/>
          <p:nvPr/>
        </p:nvSpPr>
        <p:spPr>
          <a:xfrm flipH="1">
            <a:off x="5672163" y="-31575"/>
            <a:ext cx="3493599" cy="1054005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7"/>
          <p:cNvSpPr/>
          <p:nvPr/>
        </p:nvSpPr>
        <p:spPr>
          <a:xfrm rot="-1826383">
            <a:off x="-230976" y="-475488"/>
            <a:ext cx="2396616" cy="1704147"/>
          </a:xfrm>
          <a:custGeom>
            <a:avLst/>
            <a:gdLst/>
            <a:ahLst/>
            <a:cxnLst/>
            <a:rect l="l" t="t" r="r" b="b"/>
            <a:pathLst>
              <a:path w="57186" h="35183" extrusionOk="0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27"/>
          <p:cNvGrpSpPr/>
          <p:nvPr/>
        </p:nvGrpSpPr>
        <p:grpSpPr>
          <a:xfrm rot="2500248">
            <a:off x="1208331" y="4328103"/>
            <a:ext cx="135889" cy="176679"/>
            <a:chOff x="1454525" y="4245300"/>
            <a:chExt cx="217125" cy="282300"/>
          </a:xfrm>
        </p:grpSpPr>
        <p:sp>
          <p:nvSpPr>
            <p:cNvPr id="186" name="Google Shape;186;p27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" name="Google Shape;188;p27"/>
          <p:cNvSpPr/>
          <p:nvPr/>
        </p:nvSpPr>
        <p:spPr>
          <a:xfrm rot="5400000">
            <a:off x="-534876" y="3859462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/>
          <p:nvPr/>
        </p:nvSpPr>
        <p:spPr>
          <a:xfrm flipH="1">
            <a:off x="6714321" y="-12"/>
            <a:ext cx="2429677" cy="733024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</a:t>
            </a:r>
            <a:r>
              <a:rPr lang="en">
                <a:solidFill>
                  <a:schemeClr val="lt2"/>
                </a:solidFill>
              </a:rPr>
              <a:t>contents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13" name="Google Shape;213;p29"/>
          <p:cNvSpPr txBox="1">
            <a:spLocks noGrp="1"/>
          </p:cNvSpPr>
          <p:nvPr>
            <p:ph type="title" idx="2"/>
          </p:nvPr>
        </p:nvSpPr>
        <p:spPr>
          <a:xfrm>
            <a:off x="862325" y="220329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4"/>
          </p:nvPr>
        </p:nvSpPr>
        <p:spPr>
          <a:xfrm>
            <a:off x="3561600" y="224950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6"/>
          </p:nvPr>
        </p:nvSpPr>
        <p:spPr>
          <a:xfrm>
            <a:off x="6260875" y="222259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subTitle" idx="1"/>
          </p:nvPr>
        </p:nvSpPr>
        <p:spPr>
          <a:xfrm>
            <a:off x="862325" y="2670194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Description</a:t>
            </a:r>
            <a:endParaRPr dirty="0"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8"/>
          </p:nvPr>
        </p:nvSpPr>
        <p:spPr>
          <a:xfrm>
            <a:off x="3554100" y="2670194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</a:t>
            </a:r>
            <a:endParaRPr dirty="0"/>
          </a:p>
        </p:txBody>
      </p:sp>
      <p:sp>
        <p:nvSpPr>
          <p:cNvPr id="221" name="Google Shape;221;p29"/>
          <p:cNvSpPr txBox="1">
            <a:spLocks noGrp="1"/>
          </p:cNvSpPr>
          <p:nvPr>
            <p:ph type="subTitle" idx="9"/>
          </p:nvPr>
        </p:nvSpPr>
        <p:spPr>
          <a:xfrm>
            <a:off x="6260875" y="2697106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Demonstration</a:t>
            </a:r>
            <a:endParaRPr dirty="0"/>
          </a:p>
        </p:txBody>
      </p:sp>
      <p:grpSp>
        <p:nvGrpSpPr>
          <p:cNvPr id="225" name="Google Shape;225;p29"/>
          <p:cNvGrpSpPr/>
          <p:nvPr/>
        </p:nvGrpSpPr>
        <p:grpSpPr>
          <a:xfrm>
            <a:off x="8201977" y="237336"/>
            <a:ext cx="702732" cy="1053968"/>
            <a:chOff x="2294850" y="2792125"/>
            <a:chExt cx="328625" cy="492900"/>
          </a:xfrm>
        </p:grpSpPr>
        <p:sp>
          <p:nvSpPr>
            <p:cNvPr id="226" name="Google Shape;226;p29"/>
            <p:cNvSpPr/>
            <p:nvPr/>
          </p:nvSpPr>
          <p:spPr>
            <a:xfrm>
              <a:off x="2389700" y="2792125"/>
              <a:ext cx="210425" cy="492900"/>
            </a:xfrm>
            <a:custGeom>
              <a:avLst/>
              <a:gdLst/>
              <a:ahLst/>
              <a:cxnLst/>
              <a:rect l="l" t="t" r="r" b="b"/>
              <a:pathLst>
                <a:path w="8417" h="19716" extrusionOk="0">
                  <a:moveTo>
                    <a:pt x="3455" y="0"/>
                  </a:moveTo>
                  <a:cubicBezTo>
                    <a:pt x="3490" y="222"/>
                    <a:pt x="3560" y="444"/>
                    <a:pt x="3630" y="666"/>
                  </a:cubicBezTo>
                  <a:cubicBezTo>
                    <a:pt x="4016" y="1413"/>
                    <a:pt x="4249" y="2230"/>
                    <a:pt x="4307" y="3070"/>
                  </a:cubicBezTo>
                  <a:cubicBezTo>
                    <a:pt x="4401" y="4623"/>
                    <a:pt x="3759" y="5895"/>
                    <a:pt x="2848" y="7097"/>
                  </a:cubicBezTo>
                  <a:cubicBezTo>
                    <a:pt x="2300" y="7798"/>
                    <a:pt x="1833" y="8545"/>
                    <a:pt x="1448" y="9339"/>
                  </a:cubicBezTo>
                  <a:cubicBezTo>
                    <a:pt x="0" y="12443"/>
                    <a:pt x="794" y="16144"/>
                    <a:pt x="3397" y="18373"/>
                  </a:cubicBezTo>
                  <a:cubicBezTo>
                    <a:pt x="4226" y="19085"/>
                    <a:pt x="5171" y="19599"/>
                    <a:pt x="6303" y="19716"/>
                  </a:cubicBezTo>
                  <a:cubicBezTo>
                    <a:pt x="6175" y="19599"/>
                    <a:pt x="6047" y="19482"/>
                    <a:pt x="5918" y="19365"/>
                  </a:cubicBezTo>
                  <a:cubicBezTo>
                    <a:pt x="5031" y="18513"/>
                    <a:pt x="4249" y="17580"/>
                    <a:pt x="3876" y="16377"/>
                  </a:cubicBezTo>
                  <a:cubicBezTo>
                    <a:pt x="3397" y="14836"/>
                    <a:pt x="3840" y="13447"/>
                    <a:pt x="4704" y="12187"/>
                  </a:cubicBezTo>
                  <a:cubicBezTo>
                    <a:pt x="5416" y="11136"/>
                    <a:pt x="6257" y="10156"/>
                    <a:pt x="6957" y="9093"/>
                  </a:cubicBezTo>
                  <a:cubicBezTo>
                    <a:pt x="7961" y="7553"/>
                    <a:pt x="8416" y="5872"/>
                    <a:pt x="7809" y="4051"/>
                  </a:cubicBezTo>
                  <a:cubicBezTo>
                    <a:pt x="7121" y="1961"/>
                    <a:pt x="5440" y="899"/>
                    <a:pt x="34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9"/>
            <p:cNvSpPr/>
            <p:nvPr/>
          </p:nvSpPr>
          <p:spPr>
            <a:xfrm>
              <a:off x="2294850" y="2835900"/>
              <a:ext cx="133375" cy="344075"/>
            </a:xfrm>
            <a:custGeom>
              <a:avLst/>
              <a:gdLst/>
              <a:ahLst/>
              <a:cxnLst/>
              <a:rect l="l" t="t" r="r" b="b"/>
              <a:pathLst>
                <a:path w="5335" h="13763" extrusionOk="0">
                  <a:moveTo>
                    <a:pt x="2370" y="0"/>
                  </a:moveTo>
                  <a:lnTo>
                    <a:pt x="2370" y="0"/>
                  </a:lnTo>
                  <a:cubicBezTo>
                    <a:pt x="2440" y="269"/>
                    <a:pt x="2498" y="409"/>
                    <a:pt x="2522" y="561"/>
                  </a:cubicBezTo>
                  <a:cubicBezTo>
                    <a:pt x="2627" y="1179"/>
                    <a:pt x="2837" y="1810"/>
                    <a:pt x="2825" y="2428"/>
                  </a:cubicBezTo>
                  <a:cubicBezTo>
                    <a:pt x="2802" y="3397"/>
                    <a:pt x="2312" y="4214"/>
                    <a:pt x="1751" y="4996"/>
                  </a:cubicBezTo>
                  <a:cubicBezTo>
                    <a:pt x="327" y="6969"/>
                    <a:pt x="1" y="9105"/>
                    <a:pt x="993" y="11370"/>
                  </a:cubicBezTo>
                  <a:cubicBezTo>
                    <a:pt x="1483" y="12525"/>
                    <a:pt x="2463" y="13401"/>
                    <a:pt x="3666" y="13762"/>
                  </a:cubicBezTo>
                  <a:cubicBezTo>
                    <a:pt x="3351" y="13342"/>
                    <a:pt x="3094" y="13027"/>
                    <a:pt x="2860" y="12700"/>
                  </a:cubicBezTo>
                  <a:cubicBezTo>
                    <a:pt x="2090" y="11568"/>
                    <a:pt x="1868" y="10342"/>
                    <a:pt x="2510" y="9105"/>
                  </a:cubicBezTo>
                  <a:cubicBezTo>
                    <a:pt x="2907" y="8335"/>
                    <a:pt x="3432" y="7646"/>
                    <a:pt x="3923" y="6934"/>
                  </a:cubicBezTo>
                  <a:cubicBezTo>
                    <a:pt x="4821" y="5638"/>
                    <a:pt x="5335" y="4261"/>
                    <a:pt x="4868" y="2685"/>
                  </a:cubicBezTo>
                  <a:cubicBezTo>
                    <a:pt x="4495" y="1424"/>
                    <a:pt x="3607" y="631"/>
                    <a:pt x="2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2532675" y="3049800"/>
              <a:ext cx="90800" cy="173075"/>
            </a:xfrm>
            <a:custGeom>
              <a:avLst/>
              <a:gdLst/>
              <a:ahLst/>
              <a:cxnLst/>
              <a:rect l="l" t="t" r="r" b="b"/>
              <a:pathLst>
                <a:path w="3632" h="6923" extrusionOk="0">
                  <a:moveTo>
                    <a:pt x="3269" y="0"/>
                  </a:moveTo>
                  <a:cubicBezTo>
                    <a:pt x="2686" y="794"/>
                    <a:pt x="2172" y="1494"/>
                    <a:pt x="1658" y="2218"/>
                  </a:cubicBezTo>
                  <a:cubicBezTo>
                    <a:pt x="1308" y="2673"/>
                    <a:pt x="993" y="3164"/>
                    <a:pt x="713" y="3677"/>
                  </a:cubicBezTo>
                  <a:cubicBezTo>
                    <a:pt x="1" y="5066"/>
                    <a:pt x="795" y="6339"/>
                    <a:pt x="2160" y="6922"/>
                  </a:cubicBezTo>
                  <a:cubicBezTo>
                    <a:pt x="2172" y="6899"/>
                    <a:pt x="2184" y="6864"/>
                    <a:pt x="2160" y="6841"/>
                  </a:cubicBezTo>
                  <a:cubicBezTo>
                    <a:pt x="2125" y="6736"/>
                    <a:pt x="2067" y="6631"/>
                    <a:pt x="2020" y="6525"/>
                  </a:cubicBezTo>
                  <a:cubicBezTo>
                    <a:pt x="1588" y="5638"/>
                    <a:pt x="1542" y="4775"/>
                    <a:pt x="2125" y="3934"/>
                  </a:cubicBezTo>
                  <a:cubicBezTo>
                    <a:pt x="2534" y="3350"/>
                    <a:pt x="2966" y="2779"/>
                    <a:pt x="3293" y="2160"/>
                  </a:cubicBezTo>
                  <a:cubicBezTo>
                    <a:pt x="3631" y="1494"/>
                    <a:pt x="3584" y="782"/>
                    <a:pt x="32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" name="Google Shape;229;p29"/>
          <p:cNvSpPr/>
          <p:nvPr/>
        </p:nvSpPr>
        <p:spPr>
          <a:xfrm>
            <a:off x="7020299" y="40895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Google Shape;230;p29"/>
          <p:cNvGrpSpPr/>
          <p:nvPr/>
        </p:nvGrpSpPr>
        <p:grpSpPr>
          <a:xfrm>
            <a:off x="1055867" y="4191425"/>
            <a:ext cx="218949" cy="282300"/>
            <a:chOff x="1454525" y="4245300"/>
            <a:chExt cx="217125" cy="282300"/>
          </a:xfrm>
        </p:grpSpPr>
        <p:sp>
          <p:nvSpPr>
            <p:cNvPr id="231" name="Google Shape;231;p29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" name="Google Shape;233;p29"/>
          <p:cNvGrpSpPr/>
          <p:nvPr/>
        </p:nvGrpSpPr>
        <p:grpSpPr>
          <a:xfrm rot="2500248">
            <a:off x="647156" y="4214240"/>
            <a:ext cx="135889" cy="176679"/>
            <a:chOff x="1454525" y="4245300"/>
            <a:chExt cx="217125" cy="282300"/>
          </a:xfrm>
        </p:grpSpPr>
        <p:sp>
          <p:nvSpPr>
            <p:cNvPr id="234" name="Google Shape;234;p29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9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>
            <a:spLocks noGrp="1"/>
          </p:cNvSpPr>
          <p:nvPr>
            <p:ph type="title"/>
          </p:nvPr>
        </p:nvSpPr>
        <p:spPr>
          <a:xfrm>
            <a:off x="2391900" y="2333330"/>
            <a:ext cx="4360200" cy="14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Description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241" name="Google Shape;241;p30"/>
          <p:cNvSpPr txBox="1">
            <a:spLocks noGrp="1"/>
          </p:cNvSpPr>
          <p:nvPr>
            <p:ph type="title" idx="2"/>
          </p:nvPr>
        </p:nvSpPr>
        <p:spPr>
          <a:xfrm>
            <a:off x="3707700" y="1047900"/>
            <a:ext cx="1728600" cy="13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42" name="Google Shape;242;p30"/>
          <p:cNvSpPr/>
          <p:nvPr/>
        </p:nvSpPr>
        <p:spPr>
          <a:xfrm flipH="1">
            <a:off x="-15101" y="4121125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0"/>
          <p:cNvSpPr/>
          <p:nvPr/>
        </p:nvSpPr>
        <p:spPr>
          <a:xfrm flipH="1">
            <a:off x="6821512" y="3826300"/>
            <a:ext cx="2307425" cy="1348800"/>
          </a:xfrm>
          <a:custGeom>
            <a:avLst/>
            <a:gdLst/>
            <a:ahLst/>
            <a:cxnLst/>
            <a:rect l="l" t="t" r="r" b="b"/>
            <a:pathLst>
              <a:path w="92297" h="53952" extrusionOk="0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" name="Google Shape;244;p30"/>
          <p:cNvGrpSpPr/>
          <p:nvPr/>
        </p:nvGrpSpPr>
        <p:grpSpPr>
          <a:xfrm flipH="1">
            <a:off x="7557962" y="4628700"/>
            <a:ext cx="469550" cy="374575"/>
            <a:chOff x="1101425" y="4597125"/>
            <a:chExt cx="469550" cy="374575"/>
          </a:xfrm>
        </p:grpSpPr>
        <p:sp>
          <p:nvSpPr>
            <p:cNvPr id="245" name="Google Shape;245;p30"/>
            <p:cNvSpPr/>
            <p:nvPr/>
          </p:nvSpPr>
          <p:spPr>
            <a:xfrm>
              <a:off x="1101425" y="4597125"/>
              <a:ext cx="438050" cy="283250"/>
            </a:xfrm>
            <a:custGeom>
              <a:avLst/>
              <a:gdLst/>
              <a:ahLst/>
              <a:cxnLst/>
              <a:rect l="l" t="t" r="r" b="b"/>
              <a:pathLst>
                <a:path w="17522" h="11330" extrusionOk="0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1148975" y="4706625"/>
              <a:ext cx="422000" cy="265075"/>
            </a:xfrm>
            <a:custGeom>
              <a:avLst/>
              <a:gdLst/>
              <a:ahLst/>
              <a:cxnLst/>
              <a:rect l="l" t="t" r="r" b="b"/>
              <a:pathLst>
                <a:path w="16880" h="10603" extrusionOk="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" name="Google Shape;247;p30"/>
          <p:cNvGrpSpPr/>
          <p:nvPr/>
        </p:nvGrpSpPr>
        <p:grpSpPr>
          <a:xfrm flipH="1">
            <a:off x="7457287" y="4276875"/>
            <a:ext cx="217125" cy="282300"/>
            <a:chOff x="1454525" y="4245300"/>
            <a:chExt cx="217125" cy="282300"/>
          </a:xfrm>
        </p:grpSpPr>
        <p:sp>
          <p:nvSpPr>
            <p:cNvPr id="248" name="Google Shape;248;p30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0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" name="Google Shape;250;p30"/>
          <p:cNvSpPr/>
          <p:nvPr/>
        </p:nvSpPr>
        <p:spPr>
          <a:xfrm>
            <a:off x="-36825" y="0"/>
            <a:ext cx="3493599" cy="1054005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0"/>
          <p:cNvSpPr/>
          <p:nvPr/>
        </p:nvSpPr>
        <p:spPr>
          <a:xfrm flipH="1">
            <a:off x="7221394" y="0"/>
            <a:ext cx="2192368" cy="1558871"/>
          </a:xfrm>
          <a:custGeom>
            <a:avLst/>
            <a:gdLst/>
            <a:ahLst/>
            <a:cxnLst/>
            <a:rect l="l" t="t" r="r" b="b"/>
            <a:pathLst>
              <a:path w="57186" h="35183" extrusionOk="0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2" name="Google Shape;252;p30"/>
          <p:cNvGrpSpPr/>
          <p:nvPr/>
        </p:nvGrpSpPr>
        <p:grpSpPr>
          <a:xfrm rot="-2500248" flipH="1">
            <a:off x="7784717" y="4359678"/>
            <a:ext cx="135889" cy="176679"/>
            <a:chOff x="1454525" y="4245300"/>
            <a:chExt cx="217125" cy="282300"/>
          </a:xfrm>
        </p:grpSpPr>
        <p:sp>
          <p:nvSpPr>
            <p:cNvPr id="253" name="Google Shape;253;p30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0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" name="Google Shape;255;p30"/>
          <p:cNvSpPr/>
          <p:nvPr/>
        </p:nvSpPr>
        <p:spPr>
          <a:xfrm flipH="1">
            <a:off x="566766" y="186392"/>
            <a:ext cx="2286421" cy="1107918"/>
          </a:xfrm>
          <a:custGeom>
            <a:avLst/>
            <a:gdLst/>
            <a:ahLst/>
            <a:cxnLst/>
            <a:rect l="l" t="t" r="r" b="b"/>
            <a:pathLst>
              <a:path w="99931" h="48423" extrusionOk="0">
                <a:moveTo>
                  <a:pt x="66117" y="0"/>
                </a:moveTo>
                <a:cubicBezTo>
                  <a:pt x="65478" y="0"/>
                  <a:pt x="64837" y="16"/>
                  <a:pt x="64196" y="16"/>
                </a:cubicBezTo>
                <a:cubicBezTo>
                  <a:pt x="64092" y="16"/>
                  <a:pt x="63989" y="16"/>
                  <a:pt x="63885" y="15"/>
                </a:cubicBezTo>
                <a:cubicBezTo>
                  <a:pt x="63824" y="14"/>
                  <a:pt x="63763" y="14"/>
                  <a:pt x="63702" y="14"/>
                </a:cubicBezTo>
                <a:cubicBezTo>
                  <a:pt x="62058" y="14"/>
                  <a:pt x="60405" y="166"/>
                  <a:pt x="58784" y="458"/>
                </a:cubicBezTo>
                <a:cubicBezTo>
                  <a:pt x="56671" y="832"/>
                  <a:pt x="54570" y="1205"/>
                  <a:pt x="52492" y="1696"/>
                </a:cubicBezTo>
                <a:cubicBezTo>
                  <a:pt x="50613" y="2139"/>
                  <a:pt x="48746" y="2688"/>
                  <a:pt x="46913" y="3283"/>
                </a:cubicBezTo>
                <a:cubicBezTo>
                  <a:pt x="44742" y="3995"/>
                  <a:pt x="42606" y="4754"/>
                  <a:pt x="40493" y="5594"/>
                </a:cubicBezTo>
                <a:cubicBezTo>
                  <a:pt x="37668" y="6703"/>
                  <a:pt x="34890" y="7917"/>
                  <a:pt x="32088" y="9061"/>
                </a:cubicBezTo>
                <a:cubicBezTo>
                  <a:pt x="30501" y="9703"/>
                  <a:pt x="28902" y="10310"/>
                  <a:pt x="27291" y="10894"/>
                </a:cubicBezTo>
                <a:cubicBezTo>
                  <a:pt x="27120" y="10951"/>
                  <a:pt x="26941" y="10980"/>
                  <a:pt x="26763" y="10980"/>
                </a:cubicBezTo>
                <a:cubicBezTo>
                  <a:pt x="26614" y="10980"/>
                  <a:pt x="26466" y="10960"/>
                  <a:pt x="26322" y="10917"/>
                </a:cubicBezTo>
                <a:cubicBezTo>
                  <a:pt x="25552" y="10614"/>
                  <a:pt x="25342" y="9878"/>
                  <a:pt x="25855" y="9201"/>
                </a:cubicBezTo>
                <a:cubicBezTo>
                  <a:pt x="26381" y="8477"/>
                  <a:pt x="26987" y="7835"/>
                  <a:pt x="27665" y="7263"/>
                </a:cubicBezTo>
                <a:cubicBezTo>
                  <a:pt x="29240" y="5991"/>
                  <a:pt x="30898" y="4836"/>
                  <a:pt x="32497" y="3587"/>
                </a:cubicBezTo>
                <a:cubicBezTo>
                  <a:pt x="33151" y="3026"/>
                  <a:pt x="33781" y="2431"/>
                  <a:pt x="34376" y="1812"/>
                </a:cubicBezTo>
                <a:cubicBezTo>
                  <a:pt x="34598" y="1591"/>
                  <a:pt x="34738" y="1287"/>
                  <a:pt x="34551" y="984"/>
                </a:cubicBezTo>
                <a:cubicBezTo>
                  <a:pt x="34384" y="727"/>
                  <a:pt x="34133" y="662"/>
                  <a:pt x="33849" y="662"/>
                </a:cubicBezTo>
                <a:cubicBezTo>
                  <a:pt x="33796" y="662"/>
                  <a:pt x="33742" y="665"/>
                  <a:pt x="33688" y="668"/>
                </a:cubicBezTo>
                <a:cubicBezTo>
                  <a:pt x="32532" y="750"/>
                  <a:pt x="31388" y="984"/>
                  <a:pt x="30303" y="1392"/>
                </a:cubicBezTo>
                <a:cubicBezTo>
                  <a:pt x="28482" y="2011"/>
                  <a:pt x="26672" y="2688"/>
                  <a:pt x="24886" y="3411"/>
                </a:cubicBezTo>
                <a:cubicBezTo>
                  <a:pt x="22622" y="4345"/>
                  <a:pt x="20462" y="5501"/>
                  <a:pt x="18350" y="6750"/>
                </a:cubicBezTo>
                <a:cubicBezTo>
                  <a:pt x="15198" y="8618"/>
                  <a:pt x="12221" y="10742"/>
                  <a:pt x="9548" y="13252"/>
                </a:cubicBezTo>
                <a:cubicBezTo>
                  <a:pt x="8113" y="14629"/>
                  <a:pt x="6759" y="16076"/>
                  <a:pt x="5463" y="17582"/>
                </a:cubicBezTo>
                <a:cubicBezTo>
                  <a:pt x="3969" y="19333"/>
                  <a:pt x="2685" y="21259"/>
                  <a:pt x="1623" y="23302"/>
                </a:cubicBezTo>
                <a:cubicBezTo>
                  <a:pt x="514" y="25380"/>
                  <a:pt x="117" y="27621"/>
                  <a:pt x="23" y="29944"/>
                </a:cubicBezTo>
                <a:cubicBezTo>
                  <a:pt x="0" y="31018"/>
                  <a:pt x="152" y="32080"/>
                  <a:pt x="467" y="33095"/>
                </a:cubicBezTo>
                <a:cubicBezTo>
                  <a:pt x="887" y="34449"/>
                  <a:pt x="1704" y="35652"/>
                  <a:pt x="2813" y="36551"/>
                </a:cubicBezTo>
                <a:cubicBezTo>
                  <a:pt x="4284" y="37729"/>
                  <a:pt x="5988" y="38185"/>
                  <a:pt x="7821" y="38196"/>
                </a:cubicBezTo>
                <a:cubicBezTo>
                  <a:pt x="9350" y="38185"/>
                  <a:pt x="10856" y="37928"/>
                  <a:pt x="12291" y="37426"/>
                </a:cubicBezTo>
                <a:cubicBezTo>
                  <a:pt x="14381" y="36726"/>
                  <a:pt x="16319" y="35745"/>
                  <a:pt x="18023" y="34356"/>
                </a:cubicBezTo>
                <a:cubicBezTo>
                  <a:pt x="19330" y="33282"/>
                  <a:pt x="20579" y="32138"/>
                  <a:pt x="21886" y="31088"/>
                </a:cubicBezTo>
                <a:cubicBezTo>
                  <a:pt x="24244" y="29220"/>
                  <a:pt x="26766" y="27574"/>
                  <a:pt x="29427" y="26197"/>
                </a:cubicBezTo>
                <a:cubicBezTo>
                  <a:pt x="31563" y="25076"/>
                  <a:pt x="33793" y="24142"/>
                  <a:pt x="36081" y="23419"/>
                </a:cubicBezTo>
                <a:cubicBezTo>
                  <a:pt x="38158" y="22765"/>
                  <a:pt x="40306" y="22321"/>
                  <a:pt x="42466" y="22111"/>
                </a:cubicBezTo>
                <a:cubicBezTo>
                  <a:pt x="43633" y="22006"/>
                  <a:pt x="44812" y="21995"/>
                  <a:pt x="45979" y="21960"/>
                </a:cubicBezTo>
                <a:cubicBezTo>
                  <a:pt x="46015" y="21959"/>
                  <a:pt x="46051" y="21958"/>
                  <a:pt x="46086" y="21958"/>
                </a:cubicBezTo>
                <a:cubicBezTo>
                  <a:pt x="46519" y="21958"/>
                  <a:pt x="46960" y="22019"/>
                  <a:pt x="47391" y="22030"/>
                </a:cubicBezTo>
                <a:cubicBezTo>
                  <a:pt x="48174" y="22053"/>
                  <a:pt x="48956" y="22041"/>
                  <a:pt x="49726" y="22076"/>
                </a:cubicBezTo>
                <a:cubicBezTo>
                  <a:pt x="50952" y="22146"/>
                  <a:pt x="52166" y="22181"/>
                  <a:pt x="53380" y="22333"/>
                </a:cubicBezTo>
                <a:cubicBezTo>
                  <a:pt x="54955" y="22520"/>
                  <a:pt x="56543" y="22765"/>
                  <a:pt x="58119" y="23057"/>
                </a:cubicBezTo>
                <a:cubicBezTo>
                  <a:pt x="59543" y="23337"/>
                  <a:pt x="60955" y="23757"/>
                  <a:pt x="62239" y="24458"/>
                </a:cubicBezTo>
                <a:cubicBezTo>
                  <a:pt x="63348" y="25053"/>
                  <a:pt x="64387" y="25777"/>
                  <a:pt x="65461" y="26454"/>
                </a:cubicBezTo>
                <a:cubicBezTo>
                  <a:pt x="66395" y="27026"/>
                  <a:pt x="67305" y="27633"/>
                  <a:pt x="68414" y="27843"/>
                </a:cubicBezTo>
                <a:cubicBezTo>
                  <a:pt x="68502" y="27858"/>
                  <a:pt x="68590" y="27866"/>
                  <a:pt x="68677" y="27866"/>
                </a:cubicBezTo>
                <a:cubicBezTo>
                  <a:pt x="69572" y="27866"/>
                  <a:pt x="70374" y="27080"/>
                  <a:pt x="70118" y="26197"/>
                </a:cubicBezTo>
                <a:cubicBezTo>
                  <a:pt x="69978" y="25765"/>
                  <a:pt x="69733" y="25368"/>
                  <a:pt x="69418" y="25041"/>
                </a:cubicBezTo>
                <a:cubicBezTo>
                  <a:pt x="68391" y="23874"/>
                  <a:pt x="67002" y="23290"/>
                  <a:pt x="65566" y="22788"/>
                </a:cubicBezTo>
                <a:cubicBezTo>
                  <a:pt x="64971" y="22567"/>
                  <a:pt x="64399" y="22298"/>
                  <a:pt x="63862" y="21960"/>
                </a:cubicBezTo>
                <a:cubicBezTo>
                  <a:pt x="63523" y="21761"/>
                  <a:pt x="63558" y="21469"/>
                  <a:pt x="63897" y="21329"/>
                </a:cubicBezTo>
                <a:cubicBezTo>
                  <a:pt x="64156" y="21219"/>
                  <a:pt x="64442" y="21161"/>
                  <a:pt x="64731" y="21161"/>
                </a:cubicBezTo>
                <a:cubicBezTo>
                  <a:pt x="64780" y="21161"/>
                  <a:pt x="64828" y="21162"/>
                  <a:pt x="64877" y="21166"/>
                </a:cubicBezTo>
                <a:cubicBezTo>
                  <a:pt x="66418" y="21283"/>
                  <a:pt x="67830" y="21866"/>
                  <a:pt x="69161" y="22602"/>
                </a:cubicBezTo>
                <a:cubicBezTo>
                  <a:pt x="70352" y="23244"/>
                  <a:pt x="71496" y="23956"/>
                  <a:pt x="72628" y="24679"/>
                </a:cubicBezTo>
                <a:cubicBezTo>
                  <a:pt x="74834" y="26092"/>
                  <a:pt x="77017" y="27527"/>
                  <a:pt x="78955" y="29302"/>
                </a:cubicBezTo>
                <a:cubicBezTo>
                  <a:pt x="80694" y="30878"/>
                  <a:pt x="82223" y="32675"/>
                  <a:pt x="83484" y="34648"/>
                </a:cubicBezTo>
                <a:cubicBezTo>
                  <a:pt x="85188" y="37368"/>
                  <a:pt x="86425" y="40286"/>
                  <a:pt x="87698" y="43204"/>
                </a:cubicBezTo>
                <a:cubicBezTo>
                  <a:pt x="88059" y="44033"/>
                  <a:pt x="88491" y="44838"/>
                  <a:pt x="88993" y="45609"/>
                </a:cubicBezTo>
                <a:cubicBezTo>
                  <a:pt x="89256" y="45993"/>
                  <a:pt x="89586" y="46146"/>
                  <a:pt x="89907" y="46146"/>
                </a:cubicBezTo>
                <a:cubicBezTo>
                  <a:pt x="90387" y="46146"/>
                  <a:pt x="90847" y="45806"/>
                  <a:pt x="91036" y="45387"/>
                </a:cubicBezTo>
                <a:cubicBezTo>
                  <a:pt x="91374" y="44651"/>
                  <a:pt x="91316" y="43881"/>
                  <a:pt x="91223" y="43111"/>
                </a:cubicBezTo>
                <a:cubicBezTo>
                  <a:pt x="91036" y="41523"/>
                  <a:pt x="90499" y="40006"/>
                  <a:pt x="89635" y="38652"/>
                </a:cubicBezTo>
                <a:cubicBezTo>
                  <a:pt x="88783" y="37309"/>
                  <a:pt x="87803" y="36072"/>
                  <a:pt x="86892" y="34753"/>
                </a:cubicBezTo>
                <a:cubicBezTo>
                  <a:pt x="86495" y="34169"/>
                  <a:pt x="86133" y="33562"/>
                  <a:pt x="85795" y="32932"/>
                </a:cubicBezTo>
                <a:cubicBezTo>
                  <a:pt x="85631" y="32640"/>
                  <a:pt x="85491" y="32302"/>
                  <a:pt x="85830" y="32010"/>
                </a:cubicBezTo>
                <a:cubicBezTo>
                  <a:pt x="85953" y="31899"/>
                  <a:pt x="86075" y="31858"/>
                  <a:pt x="86194" y="31858"/>
                </a:cubicBezTo>
                <a:cubicBezTo>
                  <a:pt x="86403" y="31858"/>
                  <a:pt x="86606" y="31983"/>
                  <a:pt x="86799" y="32080"/>
                </a:cubicBezTo>
                <a:cubicBezTo>
                  <a:pt x="87674" y="32512"/>
                  <a:pt x="88340" y="33212"/>
                  <a:pt x="88958" y="33924"/>
                </a:cubicBezTo>
                <a:cubicBezTo>
                  <a:pt x="90546" y="35757"/>
                  <a:pt x="91725" y="37846"/>
                  <a:pt x="92729" y="40029"/>
                </a:cubicBezTo>
                <a:cubicBezTo>
                  <a:pt x="93627" y="42013"/>
                  <a:pt x="94503" y="44009"/>
                  <a:pt x="95448" y="45970"/>
                </a:cubicBezTo>
                <a:cubicBezTo>
                  <a:pt x="95798" y="46647"/>
                  <a:pt x="96230" y="47278"/>
                  <a:pt x="96744" y="47838"/>
                </a:cubicBezTo>
                <a:cubicBezTo>
                  <a:pt x="97027" y="48216"/>
                  <a:pt x="97468" y="48423"/>
                  <a:pt x="97922" y="48423"/>
                </a:cubicBezTo>
                <a:cubicBezTo>
                  <a:pt x="98086" y="48423"/>
                  <a:pt x="98252" y="48396"/>
                  <a:pt x="98413" y="48340"/>
                </a:cubicBezTo>
                <a:cubicBezTo>
                  <a:pt x="99219" y="48095"/>
                  <a:pt x="99475" y="47406"/>
                  <a:pt x="99650" y="46694"/>
                </a:cubicBezTo>
                <a:cubicBezTo>
                  <a:pt x="99931" y="45574"/>
                  <a:pt x="99919" y="44441"/>
                  <a:pt x="99837" y="43286"/>
                </a:cubicBezTo>
                <a:cubicBezTo>
                  <a:pt x="99744" y="41955"/>
                  <a:pt x="99534" y="40624"/>
                  <a:pt x="99230" y="39329"/>
                </a:cubicBezTo>
                <a:cubicBezTo>
                  <a:pt x="98845" y="37613"/>
                  <a:pt x="98296" y="35944"/>
                  <a:pt x="97584" y="34333"/>
                </a:cubicBezTo>
                <a:cubicBezTo>
                  <a:pt x="97223" y="33516"/>
                  <a:pt x="96767" y="32745"/>
                  <a:pt x="96464" y="31916"/>
                </a:cubicBezTo>
                <a:cubicBezTo>
                  <a:pt x="95962" y="30562"/>
                  <a:pt x="95542" y="29173"/>
                  <a:pt x="95110" y="27796"/>
                </a:cubicBezTo>
                <a:cubicBezTo>
                  <a:pt x="94479" y="25765"/>
                  <a:pt x="93931" y="23710"/>
                  <a:pt x="93207" y="21703"/>
                </a:cubicBezTo>
                <a:cubicBezTo>
                  <a:pt x="92542" y="19835"/>
                  <a:pt x="91783" y="17991"/>
                  <a:pt x="90943" y="16205"/>
                </a:cubicBezTo>
                <a:cubicBezTo>
                  <a:pt x="90277" y="14851"/>
                  <a:pt x="89530" y="13543"/>
                  <a:pt x="88701" y="12294"/>
                </a:cubicBezTo>
                <a:cubicBezTo>
                  <a:pt x="87347" y="10182"/>
                  <a:pt x="85701" y="8279"/>
                  <a:pt x="83799" y="6645"/>
                </a:cubicBezTo>
                <a:cubicBezTo>
                  <a:pt x="81791" y="4917"/>
                  <a:pt x="79550" y="3505"/>
                  <a:pt x="77134" y="2419"/>
                </a:cubicBezTo>
                <a:cubicBezTo>
                  <a:pt x="74145" y="1077"/>
                  <a:pt x="70959" y="271"/>
                  <a:pt x="67690" y="50"/>
                </a:cubicBezTo>
                <a:cubicBezTo>
                  <a:pt x="67168" y="11"/>
                  <a:pt x="66643" y="0"/>
                  <a:pt x="6611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0"/>
          <p:cNvSpPr/>
          <p:nvPr/>
        </p:nvSpPr>
        <p:spPr>
          <a:xfrm rot="-5400000" flipH="1">
            <a:off x="7540074" y="3891037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Description</a:t>
            </a:r>
            <a:endParaRPr u="sng" dirty="0">
              <a:solidFill>
                <a:schemeClr val="lt2"/>
              </a:solidFill>
            </a:endParaRPr>
          </a:p>
        </p:txBody>
      </p:sp>
      <p:sp>
        <p:nvSpPr>
          <p:cNvPr id="262" name="Google Shape;262;p31"/>
          <p:cNvSpPr txBox="1">
            <a:spLocks noGrp="1"/>
          </p:cNvSpPr>
          <p:nvPr>
            <p:ph type="body" idx="1"/>
          </p:nvPr>
        </p:nvSpPr>
        <p:spPr>
          <a:xfrm>
            <a:off x="691025" y="1196750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CA" sz="1600" dirty="0"/>
              <a:t>Welcome to our Comfy Cozy Café, ordering system! </a:t>
            </a:r>
          </a:p>
          <a:p>
            <a:pPr marL="0" indent="0">
              <a:buNone/>
            </a:pPr>
            <a:endParaRPr lang="en-CA" sz="1600" dirty="0"/>
          </a:p>
          <a:p>
            <a:pPr marL="171450" indent="-171450">
              <a:buFontTx/>
              <a:buChar char="-"/>
            </a:pPr>
            <a:r>
              <a:rPr lang="en-CA" sz="1600" dirty="0"/>
              <a:t>C# desktop application </a:t>
            </a:r>
          </a:p>
          <a:p>
            <a:pPr marL="0" indent="0">
              <a:buNone/>
            </a:pPr>
            <a:endParaRPr lang="en-CA" sz="1600" dirty="0"/>
          </a:p>
          <a:p>
            <a:pPr marL="171450" indent="-171450">
              <a:buFontTx/>
              <a:buChar char="-"/>
            </a:pPr>
            <a:r>
              <a:rPr lang="en-CA" sz="1600" dirty="0"/>
              <a:t>Designed to help you choose your drinks and pastries quickly and efficiently. </a:t>
            </a:r>
          </a:p>
          <a:p>
            <a:pPr marL="0" indent="0">
              <a:buNone/>
            </a:pPr>
            <a:endParaRPr lang="en-CA" sz="1600" dirty="0"/>
          </a:p>
          <a:p>
            <a:pPr marL="171450" indent="-171450">
              <a:buFontTx/>
              <a:buChar char="-"/>
            </a:pPr>
            <a:r>
              <a:rPr lang="en-CA" sz="1600" dirty="0"/>
              <a:t>Allows you to add items to the virtual cart</a:t>
            </a:r>
          </a:p>
          <a:p>
            <a:pPr marL="0" indent="0">
              <a:buNone/>
            </a:pPr>
            <a:endParaRPr lang="en-CA" sz="1600" dirty="0"/>
          </a:p>
          <a:p>
            <a:pPr marL="171450" indent="-171450">
              <a:buFontTx/>
              <a:buChar char="-"/>
            </a:pPr>
            <a:r>
              <a:rPr lang="en-CA" sz="1600" dirty="0"/>
              <a:t>Choose to have it delivered or to pick them up yourself. </a:t>
            </a:r>
            <a:endParaRPr sz="1600" dirty="0"/>
          </a:p>
        </p:txBody>
      </p:sp>
      <p:grpSp>
        <p:nvGrpSpPr>
          <p:cNvPr id="264" name="Google Shape;264;p31"/>
          <p:cNvGrpSpPr/>
          <p:nvPr/>
        </p:nvGrpSpPr>
        <p:grpSpPr>
          <a:xfrm>
            <a:off x="262050" y="4515075"/>
            <a:ext cx="469550" cy="374575"/>
            <a:chOff x="1101425" y="4597125"/>
            <a:chExt cx="469550" cy="374575"/>
          </a:xfrm>
        </p:grpSpPr>
        <p:sp>
          <p:nvSpPr>
            <p:cNvPr id="265" name="Google Shape;265;p31"/>
            <p:cNvSpPr/>
            <p:nvPr/>
          </p:nvSpPr>
          <p:spPr>
            <a:xfrm>
              <a:off x="1101425" y="4597125"/>
              <a:ext cx="438050" cy="283250"/>
            </a:xfrm>
            <a:custGeom>
              <a:avLst/>
              <a:gdLst/>
              <a:ahLst/>
              <a:cxnLst/>
              <a:rect l="l" t="t" r="r" b="b"/>
              <a:pathLst>
                <a:path w="17522" h="11330" extrusionOk="0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1148975" y="4706625"/>
              <a:ext cx="422000" cy="265075"/>
            </a:xfrm>
            <a:custGeom>
              <a:avLst/>
              <a:gdLst/>
              <a:ahLst/>
              <a:cxnLst/>
              <a:rect l="l" t="t" r="r" b="b"/>
              <a:pathLst>
                <a:path w="16880" h="10603" extrusionOk="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" name="Google Shape;267;p31"/>
          <p:cNvGrpSpPr/>
          <p:nvPr/>
        </p:nvGrpSpPr>
        <p:grpSpPr>
          <a:xfrm>
            <a:off x="615150" y="4163250"/>
            <a:ext cx="217125" cy="282300"/>
            <a:chOff x="1454525" y="4245300"/>
            <a:chExt cx="217125" cy="282300"/>
          </a:xfrm>
        </p:grpSpPr>
        <p:sp>
          <p:nvSpPr>
            <p:cNvPr id="268" name="Google Shape;268;p31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" name="Google Shape;270;p31"/>
          <p:cNvGrpSpPr/>
          <p:nvPr/>
        </p:nvGrpSpPr>
        <p:grpSpPr>
          <a:xfrm rot="2500248">
            <a:off x="368956" y="4246053"/>
            <a:ext cx="135889" cy="176679"/>
            <a:chOff x="1454525" y="4245300"/>
            <a:chExt cx="217125" cy="282300"/>
          </a:xfrm>
        </p:grpSpPr>
        <p:sp>
          <p:nvSpPr>
            <p:cNvPr id="271" name="Google Shape;271;p31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xmlns="" id="{B394A123-382B-1F09-63C7-10D21317669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3817" b="3817"/>
          <a:stretch/>
        </p:blipFill>
        <p:spPr>
          <a:xfrm>
            <a:off x="5996102" y="1671782"/>
            <a:ext cx="2456873" cy="1940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"/>
          <p:cNvSpPr txBox="1">
            <a:spLocks noGrp="1"/>
          </p:cNvSpPr>
          <p:nvPr>
            <p:ph type="subTitle" idx="1"/>
          </p:nvPr>
        </p:nvSpPr>
        <p:spPr>
          <a:xfrm>
            <a:off x="865391" y="2776609"/>
            <a:ext cx="2305800" cy="4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English (Default)</a:t>
            </a:r>
            <a:endParaRPr dirty="0"/>
          </a:p>
        </p:txBody>
      </p:sp>
      <p:sp>
        <p:nvSpPr>
          <p:cNvPr id="297" name="Google Shape;297;p33"/>
          <p:cNvSpPr txBox="1">
            <a:spLocks noGrp="1"/>
          </p:cNvSpPr>
          <p:nvPr>
            <p:ph type="subTitle" idx="5"/>
          </p:nvPr>
        </p:nvSpPr>
        <p:spPr>
          <a:xfrm>
            <a:off x="3419850" y="2776609"/>
            <a:ext cx="2304300" cy="4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French</a:t>
            </a:r>
            <a:endParaRPr dirty="0"/>
          </a:p>
        </p:txBody>
      </p:sp>
      <p:sp>
        <p:nvSpPr>
          <p:cNvPr id="298" name="Google Shape;298;p33"/>
          <p:cNvSpPr txBox="1">
            <a:spLocks noGrp="1"/>
          </p:cNvSpPr>
          <p:nvPr>
            <p:ph type="subTitle" idx="6"/>
          </p:nvPr>
        </p:nvSpPr>
        <p:spPr>
          <a:xfrm>
            <a:off x="6119700" y="2776609"/>
            <a:ext cx="2304300" cy="4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Spanish</a:t>
            </a:r>
            <a:endParaRPr dirty="0"/>
          </a:p>
        </p:txBody>
      </p:sp>
      <p:sp>
        <p:nvSpPr>
          <p:cNvPr id="299" name="Google Shape;299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Description</a:t>
            </a:r>
            <a:endParaRPr u="sng" dirty="0">
              <a:solidFill>
                <a:schemeClr val="lt2"/>
              </a:solidFill>
            </a:endParaRPr>
          </a:p>
        </p:txBody>
      </p:sp>
      <p:sp>
        <p:nvSpPr>
          <p:cNvPr id="303" name="Google Shape;303;p33"/>
          <p:cNvSpPr/>
          <p:nvPr/>
        </p:nvSpPr>
        <p:spPr>
          <a:xfrm flipH="1">
            <a:off x="-15101" y="4121125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9320FEA-5605-4017-D30B-25DD20E36FBF}"/>
              </a:ext>
            </a:extLst>
          </p:cNvPr>
          <p:cNvSpPr txBox="1"/>
          <p:nvPr/>
        </p:nvSpPr>
        <p:spPr>
          <a:xfrm>
            <a:off x="866804" y="2107759"/>
            <a:ext cx="7410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application is offered in 3 languages: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Description</a:t>
            </a:r>
            <a:r>
              <a:rPr lang="en" dirty="0"/>
              <a:t/>
            </a:r>
            <a:br>
              <a:rPr lang="en" dirty="0"/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313" name="Google Shape;313;p34"/>
          <p:cNvSpPr txBox="1">
            <a:spLocks noGrp="1"/>
          </p:cNvSpPr>
          <p:nvPr>
            <p:ph type="subTitle" idx="1"/>
          </p:nvPr>
        </p:nvSpPr>
        <p:spPr>
          <a:xfrm>
            <a:off x="534500" y="2298555"/>
            <a:ext cx="30378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latin typeface="Yusei Magic"/>
              <a:ea typeface="Yusei Magic"/>
              <a:cs typeface="Yusei Magic"/>
              <a:sym typeface="Yusei Mag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latin typeface="Yusei Magic"/>
              <a:ea typeface="Yusei Magic"/>
              <a:cs typeface="Yusei Magic"/>
              <a:sym typeface="Yusei Magic"/>
            </a:endParaRPr>
          </a:p>
          <a:p>
            <a:pPr marL="0" indent="0"/>
            <a:r>
              <a:rPr lang="en-CA" sz="1600" dirty="0"/>
              <a:t>Browse Hot Drinks, Cold Drinks, Pastries, and prices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latin typeface="Yusei Magic"/>
              <a:ea typeface="Yusei Magic"/>
              <a:cs typeface="Yusei Magic"/>
              <a:sym typeface="Yusei Magic"/>
            </a:endParaRPr>
          </a:p>
        </p:txBody>
      </p:sp>
      <p:sp>
        <p:nvSpPr>
          <p:cNvPr id="314" name="Google Shape;314;p34"/>
          <p:cNvSpPr txBox="1">
            <a:spLocks noGrp="1"/>
          </p:cNvSpPr>
          <p:nvPr>
            <p:ph type="subTitle" idx="6"/>
          </p:nvPr>
        </p:nvSpPr>
        <p:spPr>
          <a:xfrm>
            <a:off x="618400" y="3236369"/>
            <a:ext cx="30378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CA" dirty="0"/>
              <a:t>Review, edit, and remove items in the Cart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latin typeface="Yusei Magic"/>
              <a:ea typeface="Yusei Magic"/>
              <a:cs typeface="Yusei Magic"/>
              <a:sym typeface="Yusei Magic"/>
            </a:endParaRPr>
          </a:p>
        </p:txBody>
      </p:sp>
      <p:sp>
        <p:nvSpPr>
          <p:cNvPr id="315" name="Google Shape;315;p34"/>
          <p:cNvSpPr txBox="1">
            <a:spLocks noGrp="1"/>
          </p:cNvSpPr>
          <p:nvPr>
            <p:ph type="subTitle" idx="7"/>
          </p:nvPr>
        </p:nvSpPr>
        <p:spPr>
          <a:xfrm>
            <a:off x="5000461" y="952755"/>
            <a:ext cx="30267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latin typeface="Yusei Magic"/>
              <a:ea typeface="Yusei Magic"/>
              <a:cs typeface="Yusei Magic"/>
              <a:sym typeface="Yusei Mag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latin typeface="Yusei Magic"/>
              <a:ea typeface="Yusei Magic"/>
              <a:cs typeface="Yusei Magic"/>
              <a:sym typeface="Yusei Magic"/>
            </a:endParaRPr>
          </a:p>
          <a:p>
            <a:pPr marL="0" indent="0"/>
            <a:r>
              <a:rPr lang="en-CA" dirty="0"/>
              <a:t>Select sizes, quantity, and custom additions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latin typeface="Yusei Magic"/>
              <a:ea typeface="Yusei Magic"/>
              <a:cs typeface="Yusei Magic"/>
              <a:sym typeface="Yusei Magic"/>
            </a:endParaRPr>
          </a:p>
        </p:txBody>
      </p:sp>
      <p:sp>
        <p:nvSpPr>
          <p:cNvPr id="316" name="Google Shape;316;p34"/>
          <p:cNvSpPr txBox="1">
            <a:spLocks noGrp="1"/>
          </p:cNvSpPr>
          <p:nvPr>
            <p:ph type="subTitle" idx="8"/>
          </p:nvPr>
        </p:nvSpPr>
        <p:spPr>
          <a:xfrm>
            <a:off x="4989361" y="2898921"/>
            <a:ext cx="30267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CA" dirty="0"/>
              <a:t>Provides confirmation messages</a:t>
            </a:r>
          </a:p>
        </p:txBody>
      </p:sp>
      <p:grpSp>
        <p:nvGrpSpPr>
          <p:cNvPr id="317" name="Google Shape;317;p34"/>
          <p:cNvGrpSpPr/>
          <p:nvPr/>
        </p:nvGrpSpPr>
        <p:grpSpPr>
          <a:xfrm flipH="1">
            <a:off x="8464077" y="4362200"/>
            <a:ext cx="218949" cy="282300"/>
            <a:chOff x="1454525" y="4245300"/>
            <a:chExt cx="217125" cy="282300"/>
          </a:xfrm>
        </p:grpSpPr>
        <p:sp>
          <p:nvSpPr>
            <p:cNvPr id="318" name="Google Shape;318;p34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4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34"/>
          <p:cNvGrpSpPr/>
          <p:nvPr/>
        </p:nvGrpSpPr>
        <p:grpSpPr>
          <a:xfrm rot="-2500248" flipH="1">
            <a:off x="8807535" y="4290440"/>
            <a:ext cx="135889" cy="176679"/>
            <a:chOff x="1454525" y="4245300"/>
            <a:chExt cx="217125" cy="282300"/>
          </a:xfrm>
        </p:grpSpPr>
        <p:sp>
          <p:nvSpPr>
            <p:cNvPr id="321" name="Google Shape;321;p34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4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68BF7B2-7690-8E66-6E71-F9F22B12F079}"/>
              </a:ext>
            </a:extLst>
          </p:cNvPr>
          <p:cNvSpPr txBox="1"/>
          <p:nvPr/>
        </p:nvSpPr>
        <p:spPr>
          <a:xfrm>
            <a:off x="143163" y="1226466"/>
            <a:ext cx="7957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system lets you:</a:t>
            </a:r>
          </a:p>
        </p:txBody>
      </p:sp>
      <p:sp>
        <p:nvSpPr>
          <p:cNvPr id="5" name="Google Shape;314;p34">
            <a:extLst>
              <a:ext uri="{FF2B5EF4-FFF2-40B4-BE49-F238E27FC236}">
                <a16:creationId xmlns:a16="http://schemas.microsoft.com/office/drawing/2014/main" xmlns="" id="{8067693C-4DEC-2A48-DFCA-800B510083E5}"/>
              </a:ext>
            </a:extLst>
          </p:cNvPr>
          <p:cNvSpPr txBox="1">
            <a:spLocks/>
          </p:cNvSpPr>
          <p:nvPr/>
        </p:nvSpPr>
        <p:spPr>
          <a:xfrm>
            <a:off x="4989361" y="2164280"/>
            <a:ext cx="30378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CA" dirty="0"/>
              <a:t>Provide customer information for pickup and delivery</a:t>
            </a:r>
          </a:p>
          <a:p>
            <a:pPr marL="0" indent="0"/>
            <a:endParaRPr lang="en-CA" b="0" dirty="0">
              <a:latin typeface="Yusei Magic"/>
              <a:ea typeface="Yusei Magic"/>
              <a:cs typeface="Yusei Magic"/>
              <a:sym typeface="Yusei Magic"/>
            </a:endParaRPr>
          </a:p>
        </p:txBody>
      </p:sp>
      <p:sp>
        <p:nvSpPr>
          <p:cNvPr id="6" name="Google Shape;314;p34">
            <a:extLst>
              <a:ext uri="{FF2B5EF4-FFF2-40B4-BE49-F238E27FC236}">
                <a16:creationId xmlns:a16="http://schemas.microsoft.com/office/drawing/2014/main" xmlns="" id="{840DEFD2-1135-4A61-3726-8EDFFAE65E05}"/>
              </a:ext>
            </a:extLst>
          </p:cNvPr>
          <p:cNvSpPr txBox="1">
            <a:spLocks/>
          </p:cNvSpPr>
          <p:nvPr/>
        </p:nvSpPr>
        <p:spPr>
          <a:xfrm>
            <a:off x="5229853" y="3866935"/>
            <a:ext cx="30378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CA" dirty="0"/>
              <a:t>Change the language of the entire application</a:t>
            </a:r>
            <a:endParaRPr lang="en-CA" b="0" dirty="0">
              <a:latin typeface="Yusei Magic"/>
              <a:ea typeface="Yusei Magic"/>
              <a:cs typeface="Yusei Magic"/>
              <a:sym typeface="Yusei Magic"/>
            </a:endParaRPr>
          </a:p>
        </p:txBody>
      </p:sp>
      <p:sp>
        <p:nvSpPr>
          <p:cNvPr id="7" name="Google Shape;314;p34">
            <a:extLst>
              <a:ext uri="{FF2B5EF4-FFF2-40B4-BE49-F238E27FC236}">
                <a16:creationId xmlns:a16="http://schemas.microsoft.com/office/drawing/2014/main" xmlns="" id="{6F7E97FE-41A6-9293-46FF-ECB6A351024B}"/>
              </a:ext>
            </a:extLst>
          </p:cNvPr>
          <p:cNvSpPr txBox="1">
            <a:spLocks/>
          </p:cNvSpPr>
          <p:nvPr/>
        </p:nvSpPr>
        <p:spPr>
          <a:xfrm>
            <a:off x="534500" y="3937087"/>
            <a:ext cx="30378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CA" dirty="0"/>
              <a:t>A database</a:t>
            </a:r>
          </a:p>
          <a:p>
            <a:pPr marL="0" indent="0"/>
            <a:endParaRPr lang="en-CA" b="0" dirty="0">
              <a:latin typeface="Yusei Magic"/>
              <a:ea typeface="Yusei Magic"/>
              <a:cs typeface="Yusei Magic"/>
              <a:sym typeface="Yusei Mag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 txBox="1">
            <a:spLocks noGrp="1"/>
          </p:cNvSpPr>
          <p:nvPr>
            <p:ph type="subTitle" idx="13"/>
          </p:nvPr>
        </p:nvSpPr>
        <p:spPr>
          <a:xfrm>
            <a:off x="555834" y="3319825"/>
            <a:ext cx="2345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CA" dirty="0"/>
              <a:t>.NET Desktop Runtime</a:t>
            </a:r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7"/>
          </p:nvPr>
        </p:nvSpPr>
        <p:spPr>
          <a:xfrm>
            <a:off x="744562" y="2351393"/>
            <a:ext cx="2345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CA" dirty="0"/>
              <a:t>Windows 10 or 11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1" name="Google Shape;331;p35"/>
          <p:cNvSpPr txBox="1">
            <a:spLocks noGrp="1"/>
          </p:cNvSpPr>
          <p:nvPr>
            <p:ph type="subTitle" idx="8"/>
          </p:nvPr>
        </p:nvSpPr>
        <p:spPr>
          <a:xfrm>
            <a:off x="4277071" y="2034450"/>
            <a:ext cx="23493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CA" dirty="0"/>
              <a:t>Database files</a:t>
            </a:r>
          </a:p>
        </p:txBody>
      </p:sp>
      <p:sp>
        <p:nvSpPr>
          <p:cNvPr id="332" name="Google Shape;332;p35"/>
          <p:cNvSpPr txBox="1">
            <a:spLocks noGrp="1"/>
          </p:cNvSpPr>
          <p:nvPr>
            <p:ph type="subTitle" idx="9"/>
          </p:nvPr>
        </p:nvSpPr>
        <p:spPr>
          <a:xfrm>
            <a:off x="4277071" y="3319825"/>
            <a:ext cx="23499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CA" dirty="0"/>
              <a:t>At least 300 MB</a:t>
            </a:r>
          </a:p>
          <a:p>
            <a:pPr lvl="0"/>
            <a:r>
              <a:rPr lang="en-CA" dirty="0"/>
              <a:t>of free space</a:t>
            </a:r>
          </a:p>
        </p:txBody>
      </p:sp>
      <p:sp>
        <p:nvSpPr>
          <p:cNvPr id="333" name="Google Shape;333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Description</a:t>
            </a:r>
            <a:endParaRPr u="sng" dirty="0">
              <a:solidFill>
                <a:schemeClr val="lt2"/>
              </a:solidFill>
            </a:endParaRPr>
          </a:p>
        </p:txBody>
      </p:sp>
      <p:sp>
        <p:nvSpPr>
          <p:cNvPr id="340" name="Google Shape;340;p35"/>
          <p:cNvSpPr/>
          <p:nvPr/>
        </p:nvSpPr>
        <p:spPr>
          <a:xfrm rot="10800000" flipH="1">
            <a:off x="7367024" y="-362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FAA349C-52A2-7811-B2D8-4B949E3A5B02}"/>
              </a:ext>
            </a:extLst>
          </p:cNvPr>
          <p:cNvSpPr txBox="1"/>
          <p:nvPr/>
        </p:nvSpPr>
        <p:spPr>
          <a:xfrm>
            <a:off x="175491" y="1274618"/>
            <a:ext cx="3620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System requirements: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>
            <a:spLocks noGrp="1"/>
          </p:cNvSpPr>
          <p:nvPr>
            <p:ph type="title"/>
          </p:nvPr>
        </p:nvSpPr>
        <p:spPr>
          <a:xfrm>
            <a:off x="1454525" y="1201455"/>
            <a:ext cx="58362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47" name="Google Shape;347;p36"/>
          <p:cNvSpPr/>
          <p:nvPr/>
        </p:nvSpPr>
        <p:spPr>
          <a:xfrm>
            <a:off x="7020299" y="40895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6"/>
          <p:cNvSpPr/>
          <p:nvPr/>
        </p:nvSpPr>
        <p:spPr>
          <a:xfrm>
            <a:off x="0" y="3794725"/>
            <a:ext cx="2307425" cy="1348800"/>
          </a:xfrm>
          <a:custGeom>
            <a:avLst/>
            <a:gdLst/>
            <a:ahLst/>
            <a:cxnLst/>
            <a:rect l="l" t="t" r="r" b="b"/>
            <a:pathLst>
              <a:path w="92297" h="53952" extrusionOk="0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36"/>
          <p:cNvGrpSpPr/>
          <p:nvPr/>
        </p:nvGrpSpPr>
        <p:grpSpPr>
          <a:xfrm>
            <a:off x="1101425" y="4597125"/>
            <a:ext cx="469550" cy="374575"/>
            <a:chOff x="1101425" y="4597125"/>
            <a:chExt cx="469550" cy="374575"/>
          </a:xfrm>
        </p:grpSpPr>
        <p:sp>
          <p:nvSpPr>
            <p:cNvPr id="350" name="Google Shape;350;p36"/>
            <p:cNvSpPr/>
            <p:nvPr/>
          </p:nvSpPr>
          <p:spPr>
            <a:xfrm>
              <a:off x="1101425" y="4597125"/>
              <a:ext cx="438050" cy="283250"/>
            </a:xfrm>
            <a:custGeom>
              <a:avLst/>
              <a:gdLst/>
              <a:ahLst/>
              <a:cxnLst/>
              <a:rect l="l" t="t" r="r" b="b"/>
              <a:pathLst>
                <a:path w="17522" h="11330" extrusionOk="0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1148975" y="4706625"/>
              <a:ext cx="422000" cy="265075"/>
            </a:xfrm>
            <a:custGeom>
              <a:avLst/>
              <a:gdLst/>
              <a:ahLst/>
              <a:cxnLst/>
              <a:rect l="l" t="t" r="r" b="b"/>
              <a:pathLst>
                <a:path w="16880" h="10603" extrusionOk="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" name="Google Shape;352;p36"/>
          <p:cNvGrpSpPr/>
          <p:nvPr/>
        </p:nvGrpSpPr>
        <p:grpSpPr>
          <a:xfrm>
            <a:off x="1454525" y="4245300"/>
            <a:ext cx="217125" cy="282300"/>
            <a:chOff x="1454525" y="4245300"/>
            <a:chExt cx="217125" cy="282300"/>
          </a:xfrm>
        </p:grpSpPr>
        <p:sp>
          <p:nvSpPr>
            <p:cNvPr id="353" name="Google Shape;353;p36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5" name="Google Shape;355;p36"/>
          <p:cNvSpPr/>
          <p:nvPr/>
        </p:nvSpPr>
        <p:spPr>
          <a:xfrm flipH="1">
            <a:off x="5672163" y="-31575"/>
            <a:ext cx="3493599" cy="1054005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6"/>
          <p:cNvSpPr/>
          <p:nvPr/>
        </p:nvSpPr>
        <p:spPr>
          <a:xfrm rot="-1826383">
            <a:off x="-230976" y="-475488"/>
            <a:ext cx="2396616" cy="1704147"/>
          </a:xfrm>
          <a:custGeom>
            <a:avLst/>
            <a:gdLst/>
            <a:ahLst/>
            <a:cxnLst/>
            <a:rect l="l" t="t" r="r" b="b"/>
            <a:pathLst>
              <a:path w="57186" h="35183" extrusionOk="0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7" name="Google Shape;357;p36"/>
          <p:cNvGrpSpPr/>
          <p:nvPr/>
        </p:nvGrpSpPr>
        <p:grpSpPr>
          <a:xfrm rot="2500248">
            <a:off x="1208331" y="4328103"/>
            <a:ext cx="135889" cy="176679"/>
            <a:chOff x="1454525" y="4245300"/>
            <a:chExt cx="217125" cy="282300"/>
          </a:xfrm>
        </p:grpSpPr>
        <p:sp>
          <p:nvSpPr>
            <p:cNvPr id="358" name="Google Shape;358;p36"/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0" name="Google Shape;360;p36"/>
          <p:cNvSpPr/>
          <p:nvPr/>
        </p:nvSpPr>
        <p:spPr>
          <a:xfrm rot="5400000">
            <a:off x="-534876" y="3859462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6BE5B69-0077-D281-87D3-3D8A46F73B94}"/>
              </a:ext>
            </a:extLst>
          </p:cNvPr>
          <p:cNvSpPr txBox="1"/>
          <p:nvPr/>
        </p:nvSpPr>
        <p:spPr>
          <a:xfrm>
            <a:off x="2937164" y="2712555"/>
            <a:ext cx="30110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/>
              <a:t> </a:t>
            </a:r>
            <a:r>
              <a:rPr lang="en" sz="5000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Features</a:t>
            </a:r>
            <a:endParaRPr lang="en-CA" sz="5000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Features</a:t>
            </a:r>
            <a:endParaRPr u="sng" dirty="0"/>
          </a:p>
        </p:txBody>
      </p:sp>
      <p:sp>
        <p:nvSpPr>
          <p:cNvPr id="528" name="Google Shape;528;p43"/>
          <p:cNvSpPr/>
          <p:nvPr/>
        </p:nvSpPr>
        <p:spPr>
          <a:xfrm rot="10800000" flipH="1">
            <a:off x="7367024" y="-362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2727EFE-D35F-7D04-AA2B-494E2F5E2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27" y="1283856"/>
            <a:ext cx="4903754" cy="30250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F904828-B486-ED70-4A6D-5EFEEC7F1171}"/>
              </a:ext>
            </a:extLst>
          </p:cNvPr>
          <p:cNvSpPr txBox="1"/>
          <p:nvPr/>
        </p:nvSpPr>
        <p:spPr>
          <a:xfrm>
            <a:off x="5667533" y="1694631"/>
            <a:ext cx="33989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The start page:</a:t>
            </a:r>
          </a:p>
          <a:p>
            <a:endParaRPr lang="en-CA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  <a:p>
            <a:pPr marL="285750" indent="-285750">
              <a:buFontTx/>
              <a:buChar char="-"/>
            </a:pPr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Start order button</a:t>
            </a:r>
          </a:p>
          <a:p>
            <a:endParaRPr lang="en-CA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  <a:p>
            <a:pPr marL="285750" indent="-285750">
              <a:buFontTx/>
              <a:buChar char="-"/>
            </a:pPr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Language drop down with:</a:t>
            </a:r>
          </a:p>
          <a:p>
            <a:endParaRPr lang="en-CA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  <a:p>
            <a:pPr lvl="1"/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	-English</a:t>
            </a:r>
          </a:p>
          <a:p>
            <a:pPr lvl="1"/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	-French</a:t>
            </a:r>
          </a:p>
          <a:p>
            <a:pPr lvl="1"/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	-Spanish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>
          <a:extLst>
            <a:ext uri="{FF2B5EF4-FFF2-40B4-BE49-F238E27FC236}">
              <a16:creationId xmlns:a16="http://schemas.microsoft.com/office/drawing/2014/main" xmlns="" id="{778372F4-0B97-B0C3-9CC7-BA08FECF8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3">
            <a:extLst>
              <a:ext uri="{FF2B5EF4-FFF2-40B4-BE49-F238E27FC236}">
                <a16:creationId xmlns:a16="http://schemas.microsoft.com/office/drawing/2014/main" xmlns="" id="{647CA77E-0097-CBCB-3AD2-0A83ADF2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Features</a:t>
            </a:r>
            <a:endParaRPr u="sng" dirty="0"/>
          </a:p>
        </p:txBody>
      </p:sp>
      <p:sp>
        <p:nvSpPr>
          <p:cNvPr id="528" name="Google Shape;528;p43">
            <a:extLst>
              <a:ext uri="{FF2B5EF4-FFF2-40B4-BE49-F238E27FC236}">
                <a16:creationId xmlns:a16="http://schemas.microsoft.com/office/drawing/2014/main" xmlns="" id="{FC861F7C-EC24-6FC2-5A59-2684A9E8712D}"/>
              </a:ext>
            </a:extLst>
          </p:cNvPr>
          <p:cNvSpPr/>
          <p:nvPr/>
        </p:nvSpPr>
        <p:spPr>
          <a:xfrm rot="10800000" flipH="1">
            <a:off x="7367024" y="-362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1863F01-16CB-02CE-8BEB-3442667A3145}"/>
              </a:ext>
            </a:extLst>
          </p:cNvPr>
          <p:cNvSpPr txBox="1"/>
          <p:nvPr/>
        </p:nvSpPr>
        <p:spPr>
          <a:xfrm>
            <a:off x="5307315" y="2094696"/>
            <a:ext cx="33989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The start menu:</a:t>
            </a:r>
          </a:p>
          <a:p>
            <a:endParaRPr lang="en-CA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  <a:p>
            <a:pPr marL="285750" indent="-285750">
              <a:buFontTx/>
              <a:buChar char="-"/>
            </a:pPr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3 circles (clickable) to choose items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2072A8A-A9F8-B282-99FC-4EBA9F1D8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290782"/>
            <a:ext cx="3502169" cy="350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947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>
          <a:extLst>
            <a:ext uri="{FF2B5EF4-FFF2-40B4-BE49-F238E27FC236}">
              <a16:creationId xmlns:a16="http://schemas.microsoft.com/office/drawing/2014/main" xmlns="" id="{E079A550-886B-FF90-CDFD-6B9DEA7FE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3">
            <a:extLst>
              <a:ext uri="{FF2B5EF4-FFF2-40B4-BE49-F238E27FC236}">
                <a16:creationId xmlns:a16="http://schemas.microsoft.com/office/drawing/2014/main" xmlns="" id="{551FF704-C68A-E2A8-DD4F-2B02AF0263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Features</a:t>
            </a:r>
            <a:endParaRPr u="sng" dirty="0"/>
          </a:p>
        </p:txBody>
      </p:sp>
      <p:sp>
        <p:nvSpPr>
          <p:cNvPr id="528" name="Google Shape;528;p43">
            <a:extLst>
              <a:ext uri="{FF2B5EF4-FFF2-40B4-BE49-F238E27FC236}">
                <a16:creationId xmlns:a16="http://schemas.microsoft.com/office/drawing/2014/main" xmlns="" id="{72303ABF-1A08-756E-EA2F-D45134FE4312}"/>
              </a:ext>
            </a:extLst>
          </p:cNvPr>
          <p:cNvSpPr/>
          <p:nvPr/>
        </p:nvSpPr>
        <p:spPr>
          <a:xfrm rot="10800000" flipH="1">
            <a:off x="7367024" y="-362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C72B92BC-6D18-9381-20DE-1B21E678781B}"/>
              </a:ext>
            </a:extLst>
          </p:cNvPr>
          <p:cNvSpPr txBox="1"/>
          <p:nvPr/>
        </p:nvSpPr>
        <p:spPr>
          <a:xfrm>
            <a:off x="5528988" y="1029096"/>
            <a:ext cx="33989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Hot Drinks Menu:</a:t>
            </a:r>
          </a:p>
          <a:p>
            <a:endParaRPr lang="en-CA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  <a:p>
            <a:pPr marL="285750" indent="-285750">
              <a:buFontTx/>
              <a:buChar char="-"/>
            </a:pPr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Choose if including an Add-On or go to checkout </a:t>
            </a:r>
          </a:p>
          <a:p>
            <a:endParaRPr lang="en-CA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  <a:p>
            <a:pPr marL="285750" indent="-285750">
              <a:buFontTx/>
              <a:buChar char="-"/>
            </a:pPr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Will not be able to move on without selecting a size first (pop up will show)</a:t>
            </a:r>
          </a:p>
          <a:p>
            <a:endParaRPr lang="en-CA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  <a:p>
            <a:pPr marL="285750" indent="-285750">
              <a:buFontTx/>
              <a:buChar char="-"/>
            </a:pPr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Options of size, quantity, price, and buttons only appear after you have selected an items picture</a:t>
            </a:r>
          </a:p>
          <a:p>
            <a:pPr marL="285750" indent="-285750">
              <a:buFontTx/>
              <a:buChar char="-"/>
            </a:pPr>
            <a:endParaRPr lang="en-CA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  <a:p>
            <a:pPr marL="285750" indent="-285750">
              <a:buFontTx/>
              <a:buChar char="-"/>
            </a:pPr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Cold Drinks menu and Pastry menu are the same but without Add-Ons and for Pastry no size as well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6B6C705-6E92-0BA2-EB25-33A194892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2" y="1330036"/>
            <a:ext cx="5314289" cy="336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4853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>
          <a:extLst>
            <a:ext uri="{FF2B5EF4-FFF2-40B4-BE49-F238E27FC236}">
              <a16:creationId xmlns:a16="http://schemas.microsoft.com/office/drawing/2014/main" xmlns="" id="{0BD08CFE-9B0B-44A4-9959-96F54FC15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3">
            <a:extLst>
              <a:ext uri="{FF2B5EF4-FFF2-40B4-BE49-F238E27FC236}">
                <a16:creationId xmlns:a16="http://schemas.microsoft.com/office/drawing/2014/main" xmlns="" id="{17089448-43EE-342A-DA36-6DCC1F95C3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Features</a:t>
            </a:r>
            <a:endParaRPr u="sng" dirty="0"/>
          </a:p>
        </p:txBody>
      </p:sp>
      <p:sp>
        <p:nvSpPr>
          <p:cNvPr id="528" name="Google Shape;528;p43">
            <a:extLst>
              <a:ext uri="{FF2B5EF4-FFF2-40B4-BE49-F238E27FC236}">
                <a16:creationId xmlns:a16="http://schemas.microsoft.com/office/drawing/2014/main" xmlns="" id="{58295107-A601-C396-6BE6-88589BF17656}"/>
              </a:ext>
            </a:extLst>
          </p:cNvPr>
          <p:cNvSpPr/>
          <p:nvPr/>
        </p:nvSpPr>
        <p:spPr>
          <a:xfrm rot="10800000" flipH="1">
            <a:off x="7367024" y="-362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B477804-3CFF-EBD3-9E6B-54AD2B9A5E17}"/>
              </a:ext>
            </a:extLst>
          </p:cNvPr>
          <p:cNvSpPr txBox="1"/>
          <p:nvPr/>
        </p:nvSpPr>
        <p:spPr>
          <a:xfrm>
            <a:off x="431612" y="1137521"/>
            <a:ext cx="8280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  <a:sym typeface="Arial"/>
              </a:rPr>
              <a:t>Add – Ons (only for Hot Drinks Menu), will get confirmation once item added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66AAF87-89BD-D79C-BF5F-C57A0F3AF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54909"/>
            <a:ext cx="7425362" cy="308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0836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>
          <a:extLst>
            <a:ext uri="{FF2B5EF4-FFF2-40B4-BE49-F238E27FC236}">
              <a16:creationId xmlns:a16="http://schemas.microsoft.com/office/drawing/2014/main" xmlns="" id="{7EF2034D-2A05-F323-ED16-FE913AAD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3">
            <a:extLst>
              <a:ext uri="{FF2B5EF4-FFF2-40B4-BE49-F238E27FC236}">
                <a16:creationId xmlns:a16="http://schemas.microsoft.com/office/drawing/2014/main" xmlns="" id="{5C12EE7F-1B20-052E-C381-28C3354C64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Features</a:t>
            </a:r>
            <a:endParaRPr u="sng" dirty="0"/>
          </a:p>
        </p:txBody>
      </p:sp>
      <p:sp>
        <p:nvSpPr>
          <p:cNvPr id="528" name="Google Shape;528;p43">
            <a:extLst>
              <a:ext uri="{FF2B5EF4-FFF2-40B4-BE49-F238E27FC236}">
                <a16:creationId xmlns:a16="http://schemas.microsoft.com/office/drawing/2014/main" xmlns="" id="{08C105C3-E3B6-BA33-72E1-CF1AF06FEDDF}"/>
              </a:ext>
            </a:extLst>
          </p:cNvPr>
          <p:cNvSpPr/>
          <p:nvPr/>
        </p:nvSpPr>
        <p:spPr>
          <a:xfrm rot="10800000" flipH="1">
            <a:off x="7367024" y="-362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6DEBC00-A1A2-F9FC-575F-3552873E2987}"/>
              </a:ext>
            </a:extLst>
          </p:cNvPr>
          <p:cNvSpPr txBox="1"/>
          <p:nvPr/>
        </p:nvSpPr>
        <p:spPr>
          <a:xfrm>
            <a:off x="348056" y="1412135"/>
            <a:ext cx="828077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  <a:sym typeface="Arial"/>
              </a:rPr>
              <a:t>Shortcuts - </a:t>
            </a:r>
            <a:r>
              <a:rPr lang="en-CA" dirty="0"/>
              <a:t>press Menu button, shows a drop-down menu of all 3 menus:</a:t>
            </a:r>
          </a:p>
          <a:p>
            <a:r>
              <a:rPr lang="en-CA" dirty="0"/>
              <a:t> </a:t>
            </a:r>
          </a:p>
          <a:p>
            <a:pPr lvl="0"/>
            <a:r>
              <a:rPr lang="en-CA" dirty="0"/>
              <a:t>Hot Drinks</a:t>
            </a:r>
          </a:p>
          <a:p>
            <a:pPr lvl="0"/>
            <a:r>
              <a:rPr lang="en-CA" dirty="0"/>
              <a:t>Cold Drinks</a:t>
            </a:r>
          </a:p>
          <a:p>
            <a:pPr lvl="0"/>
            <a:r>
              <a:rPr lang="en-CA" dirty="0"/>
              <a:t>Pastries</a:t>
            </a:r>
          </a:p>
          <a:p>
            <a:r>
              <a:rPr lang="en-CA" dirty="0"/>
              <a:t> </a:t>
            </a:r>
          </a:p>
          <a:p>
            <a:r>
              <a:rPr lang="en-CA" dirty="0"/>
              <a:t>Easier and quicker to change between all 3 menus instead of having to close and reopen the program all over again.</a:t>
            </a:r>
          </a:p>
          <a:p>
            <a:r>
              <a:rPr lang="en-CA" dirty="0"/>
              <a:t> </a:t>
            </a:r>
          </a:p>
          <a:p>
            <a:r>
              <a:rPr lang="en-CA" dirty="0"/>
              <a:t>Once you have added an item to cart, the Cart and Checkout button will change from light grey(unclickable) to black(clickable)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36AF0D59-0BA5-23ED-F473-3627493F5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00" y="4435638"/>
            <a:ext cx="8447887" cy="38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91897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>
          <a:extLst>
            <a:ext uri="{FF2B5EF4-FFF2-40B4-BE49-F238E27FC236}">
              <a16:creationId xmlns:a16="http://schemas.microsoft.com/office/drawing/2014/main" xmlns="" id="{2AA71854-4773-2E65-A776-4404ADE6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3">
            <a:extLst>
              <a:ext uri="{FF2B5EF4-FFF2-40B4-BE49-F238E27FC236}">
                <a16:creationId xmlns:a16="http://schemas.microsoft.com/office/drawing/2014/main" xmlns="" id="{2C35BC9E-1C55-A673-BF3C-F7CB1A01CD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Features</a:t>
            </a:r>
            <a:endParaRPr u="sng" dirty="0"/>
          </a:p>
        </p:txBody>
      </p:sp>
      <p:sp>
        <p:nvSpPr>
          <p:cNvPr id="528" name="Google Shape;528;p43">
            <a:extLst>
              <a:ext uri="{FF2B5EF4-FFF2-40B4-BE49-F238E27FC236}">
                <a16:creationId xmlns:a16="http://schemas.microsoft.com/office/drawing/2014/main" xmlns="" id="{3FF86ECE-DD00-7FE6-5A6A-2B7E1A654293}"/>
              </a:ext>
            </a:extLst>
          </p:cNvPr>
          <p:cNvSpPr/>
          <p:nvPr/>
        </p:nvSpPr>
        <p:spPr>
          <a:xfrm rot="10800000" flipH="1">
            <a:off x="7367024" y="-362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6AFB24F-2DC4-8CEE-9C6C-62375E429607}"/>
              </a:ext>
            </a:extLst>
          </p:cNvPr>
          <p:cNvSpPr txBox="1"/>
          <p:nvPr/>
        </p:nvSpPr>
        <p:spPr>
          <a:xfrm>
            <a:off x="143224" y="1137516"/>
            <a:ext cx="8640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  <a:sym typeface="Arial"/>
              </a:rPr>
              <a:t>Cart - </a:t>
            </a:r>
            <a:r>
              <a:rPr lang="en-CA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all the items you added to cart get put into a list(select item before clicking a button)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EE81E81-44AC-0BDE-7205-044AA3B5D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145" y="1565094"/>
            <a:ext cx="5931044" cy="337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01285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>
          <a:extLst>
            <a:ext uri="{FF2B5EF4-FFF2-40B4-BE49-F238E27FC236}">
              <a16:creationId xmlns:a16="http://schemas.microsoft.com/office/drawing/2014/main" xmlns="" id="{7EADA809-8186-E062-BBDA-3B223583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3">
            <a:extLst>
              <a:ext uri="{FF2B5EF4-FFF2-40B4-BE49-F238E27FC236}">
                <a16:creationId xmlns:a16="http://schemas.microsoft.com/office/drawing/2014/main" xmlns="" id="{5C48613D-3B0F-3D97-C005-F237806320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Features</a:t>
            </a:r>
            <a:endParaRPr u="sng" dirty="0"/>
          </a:p>
        </p:txBody>
      </p:sp>
      <p:sp>
        <p:nvSpPr>
          <p:cNvPr id="528" name="Google Shape;528;p43">
            <a:extLst>
              <a:ext uri="{FF2B5EF4-FFF2-40B4-BE49-F238E27FC236}">
                <a16:creationId xmlns:a16="http://schemas.microsoft.com/office/drawing/2014/main" xmlns="" id="{16A39515-7E8B-F830-C0C4-538BC5CEC977}"/>
              </a:ext>
            </a:extLst>
          </p:cNvPr>
          <p:cNvSpPr/>
          <p:nvPr/>
        </p:nvSpPr>
        <p:spPr>
          <a:xfrm rot="10800000" flipH="1">
            <a:off x="7367024" y="-362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58DE669-8976-F547-4900-A9EAAA61C37F}"/>
              </a:ext>
            </a:extLst>
          </p:cNvPr>
          <p:cNvSpPr txBox="1"/>
          <p:nvPr/>
        </p:nvSpPr>
        <p:spPr>
          <a:xfrm>
            <a:off x="143224" y="1137516"/>
            <a:ext cx="8640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  <a:sym typeface="Arial"/>
              </a:rPr>
              <a:t>Checkout Screen (Pickup and Delivery)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2136" y="1728293"/>
            <a:ext cx="4058860" cy="315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5206" y="160206"/>
            <a:ext cx="2971799" cy="2296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24734" y="2609053"/>
            <a:ext cx="2977986" cy="2319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303504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xmlns="" id="{8CEDEE0A-D760-12C4-61CC-C0D667161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>
            <a:extLst>
              <a:ext uri="{FF2B5EF4-FFF2-40B4-BE49-F238E27FC236}">
                <a16:creationId xmlns:a16="http://schemas.microsoft.com/office/drawing/2014/main" xmlns="" id="{BD13D5CC-77BF-6E65-A2D2-76969B90A0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4525" y="1201455"/>
            <a:ext cx="58362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47" name="Google Shape;347;p36">
            <a:extLst>
              <a:ext uri="{FF2B5EF4-FFF2-40B4-BE49-F238E27FC236}">
                <a16:creationId xmlns:a16="http://schemas.microsoft.com/office/drawing/2014/main" xmlns="" id="{75CCAC5B-979E-34F9-5037-F7EA000FE375}"/>
              </a:ext>
            </a:extLst>
          </p:cNvPr>
          <p:cNvSpPr/>
          <p:nvPr/>
        </p:nvSpPr>
        <p:spPr>
          <a:xfrm>
            <a:off x="7020299" y="4089550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6">
            <a:extLst>
              <a:ext uri="{FF2B5EF4-FFF2-40B4-BE49-F238E27FC236}">
                <a16:creationId xmlns:a16="http://schemas.microsoft.com/office/drawing/2014/main" xmlns="" id="{4E05CB1A-5860-FCCB-798C-42A3C38AF92D}"/>
              </a:ext>
            </a:extLst>
          </p:cNvPr>
          <p:cNvSpPr/>
          <p:nvPr/>
        </p:nvSpPr>
        <p:spPr>
          <a:xfrm>
            <a:off x="0" y="3794725"/>
            <a:ext cx="2307425" cy="1348800"/>
          </a:xfrm>
          <a:custGeom>
            <a:avLst/>
            <a:gdLst/>
            <a:ahLst/>
            <a:cxnLst/>
            <a:rect l="l" t="t" r="r" b="b"/>
            <a:pathLst>
              <a:path w="92297" h="53952" extrusionOk="0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36">
            <a:extLst>
              <a:ext uri="{FF2B5EF4-FFF2-40B4-BE49-F238E27FC236}">
                <a16:creationId xmlns:a16="http://schemas.microsoft.com/office/drawing/2014/main" xmlns="" id="{6EA424CB-9632-D2B5-C7BC-48BBBE27F593}"/>
              </a:ext>
            </a:extLst>
          </p:cNvPr>
          <p:cNvGrpSpPr/>
          <p:nvPr/>
        </p:nvGrpSpPr>
        <p:grpSpPr>
          <a:xfrm>
            <a:off x="1101425" y="4597125"/>
            <a:ext cx="469550" cy="374575"/>
            <a:chOff x="1101425" y="4597125"/>
            <a:chExt cx="469550" cy="374575"/>
          </a:xfrm>
        </p:grpSpPr>
        <p:sp>
          <p:nvSpPr>
            <p:cNvPr id="350" name="Google Shape;350;p36">
              <a:extLst>
                <a:ext uri="{FF2B5EF4-FFF2-40B4-BE49-F238E27FC236}">
                  <a16:creationId xmlns:a16="http://schemas.microsoft.com/office/drawing/2014/main" xmlns="" id="{8BCE8F58-782F-3D4C-E18F-D2CEE3DA9E11}"/>
                </a:ext>
              </a:extLst>
            </p:cNvPr>
            <p:cNvSpPr/>
            <p:nvPr/>
          </p:nvSpPr>
          <p:spPr>
            <a:xfrm>
              <a:off x="1101425" y="4597125"/>
              <a:ext cx="438050" cy="283250"/>
            </a:xfrm>
            <a:custGeom>
              <a:avLst/>
              <a:gdLst/>
              <a:ahLst/>
              <a:cxnLst/>
              <a:rect l="l" t="t" r="r" b="b"/>
              <a:pathLst>
                <a:path w="17522" h="11330" extrusionOk="0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>
              <a:extLst>
                <a:ext uri="{FF2B5EF4-FFF2-40B4-BE49-F238E27FC236}">
                  <a16:creationId xmlns:a16="http://schemas.microsoft.com/office/drawing/2014/main" xmlns="" id="{ACE09898-8959-6531-8ADA-6CD090BC55B3}"/>
                </a:ext>
              </a:extLst>
            </p:cNvPr>
            <p:cNvSpPr/>
            <p:nvPr/>
          </p:nvSpPr>
          <p:spPr>
            <a:xfrm>
              <a:off x="1148975" y="4706625"/>
              <a:ext cx="422000" cy="265075"/>
            </a:xfrm>
            <a:custGeom>
              <a:avLst/>
              <a:gdLst/>
              <a:ahLst/>
              <a:cxnLst/>
              <a:rect l="l" t="t" r="r" b="b"/>
              <a:pathLst>
                <a:path w="16880" h="10603" extrusionOk="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" name="Google Shape;352;p36">
            <a:extLst>
              <a:ext uri="{FF2B5EF4-FFF2-40B4-BE49-F238E27FC236}">
                <a16:creationId xmlns:a16="http://schemas.microsoft.com/office/drawing/2014/main" xmlns="" id="{C15BE8D2-8674-4D0D-5813-0E70674DA539}"/>
              </a:ext>
            </a:extLst>
          </p:cNvPr>
          <p:cNvGrpSpPr/>
          <p:nvPr/>
        </p:nvGrpSpPr>
        <p:grpSpPr>
          <a:xfrm>
            <a:off x="1454525" y="4245300"/>
            <a:ext cx="217125" cy="282300"/>
            <a:chOff x="1454525" y="4245300"/>
            <a:chExt cx="217125" cy="282300"/>
          </a:xfrm>
        </p:grpSpPr>
        <p:sp>
          <p:nvSpPr>
            <p:cNvPr id="353" name="Google Shape;353;p36">
              <a:extLst>
                <a:ext uri="{FF2B5EF4-FFF2-40B4-BE49-F238E27FC236}">
                  <a16:creationId xmlns:a16="http://schemas.microsoft.com/office/drawing/2014/main" xmlns="" id="{1ED29610-87D2-0F33-EED3-8C328B8DC197}"/>
                </a:ext>
              </a:extLst>
            </p:cNvPr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>
              <a:extLst>
                <a:ext uri="{FF2B5EF4-FFF2-40B4-BE49-F238E27FC236}">
                  <a16:creationId xmlns:a16="http://schemas.microsoft.com/office/drawing/2014/main" xmlns="" id="{1E0F7D2C-4E5D-64C0-656D-52B5BC8BCD92}"/>
                </a:ext>
              </a:extLst>
            </p:cNvPr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5" name="Google Shape;355;p36">
            <a:extLst>
              <a:ext uri="{FF2B5EF4-FFF2-40B4-BE49-F238E27FC236}">
                <a16:creationId xmlns:a16="http://schemas.microsoft.com/office/drawing/2014/main" xmlns="" id="{7BD62752-F70E-2690-E471-60632730E862}"/>
              </a:ext>
            </a:extLst>
          </p:cNvPr>
          <p:cNvSpPr/>
          <p:nvPr/>
        </p:nvSpPr>
        <p:spPr>
          <a:xfrm flipH="1">
            <a:off x="5672163" y="-31575"/>
            <a:ext cx="3493599" cy="1054005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6">
            <a:extLst>
              <a:ext uri="{FF2B5EF4-FFF2-40B4-BE49-F238E27FC236}">
                <a16:creationId xmlns:a16="http://schemas.microsoft.com/office/drawing/2014/main" xmlns="" id="{3E388EAC-9E67-19C6-108F-5CEAF0A80437}"/>
              </a:ext>
            </a:extLst>
          </p:cNvPr>
          <p:cNvSpPr/>
          <p:nvPr/>
        </p:nvSpPr>
        <p:spPr>
          <a:xfrm rot="-1826383">
            <a:off x="-230976" y="-475488"/>
            <a:ext cx="2396616" cy="1704147"/>
          </a:xfrm>
          <a:custGeom>
            <a:avLst/>
            <a:gdLst/>
            <a:ahLst/>
            <a:cxnLst/>
            <a:rect l="l" t="t" r="r" b="b"/>
            <a:pathLst>
              <a:path w="57186" h="35183" extrusionOk="0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7" name="Google Shape;357;p36">
            <a:extLst>
              <a:ext uri="{FF2B5EF4-FFF2-40B4-BE49-F238E27FC236}">
                <a16:creationId xmlns:a16="http://schemas.microsoft.com/office/drawing/2014/main" xmlns="" id="{D8F6A307-1044-7DA4-ADBF-E7E89D8B9A86}"/>
              </a:ext>
            </a:extLst>
          </p:cNvPr>
          <p:cNvGrpSpPr/>
          <p:nvPr/>
        </p:nvGrpSpPr>
        <p:grpSpPr>
          <a:xfrm rot="2500248">
            <a:off x="1208331" y="4328103"/>
            <a:ext cx="135889" cy="176679"/>
            <a:chOff x="1454525" y="4245300"/>
            <a:chExt cx="217125" cy="282300"/>
          </a:xfrm>
        </p:grpSpPr>
        <p:sp>
          <p:nvSpPr>
            <p:cNvPr id="358" name="Google Shape;358;p36">
              <a:extLst>
                <a:ext uri="{FF2B5EF4-FFF2-40B4-BE49-F238E27FC236}">
                  <a16:creationId xmlns:a16="http://schemas.microsoft.com/office/drawing/2014/main" xmlns="" id="{109F9A28-87E9-A9EE-3D71-86B3C0133943}"/>
                </a:ext>
              </a:extLst>
            </p:cNvPr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>
              <a:extLst>
                <a:ext uri="{FF2B5EF4-FFF2-40B4-BE49-F238E27FC236}">
                  <a16:creationId xmlns:a16="http://schemas.microsoft.com/office/drawing/2014/main" xmlns="" id="{53E142AC-80B7-A59D-65CE-5A923A607F56}"/>
                </a:ext>
              </a:extLst>
            </p:cNvPr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0" name="Google Shape;360;p36">
            <a:extLst>
              <a:ext uri="{FF2B5EF4-FFF2-40B4-BE49-F238E27FC236}">
                <a16:creationId xmlns:a16="http://schemas.microsoft.com/office/drawing/2014/main" xmlns="" id="{FE20AAD1-9936-BADB-1A5E-2CD7D25B2499}"/>
              </a:ext>
            </a:extLst>
          </p:cNvPr>
          <p:cNvSpPr/>
          <p:nvPr/>
        </p:nvSpPr>
        <p:spPr>
          <a:xfrm rot="5400000">
            <a:off x="-534876" y="3859462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F7D2CD3-4348-F620-3CB8-B705A722EC64}"/>
              </a:ext>
            </a:extLst>
          </p:cNvPr>
          <p:cNvSpPr txBox="1"/>
          <p:nvPr/>
        </p:nvSpPr>
        <p:spPr>
          <a:xfrm>
            <a:off x="2307425" y="2697877"/>
            <a:ext cx="46764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/>
              <a:t> </a:t>
            </a:r>
            <a:r>
              <a:rPr lang="en" sz="5000" dirty="0">
                <a:latin typeface="Yusei Magic" panose="020B0604020202020204" charset="-128"/>
                <a:ea typeface="Yusei Magic" panose="020B0604020202020204" charset="-128"/>
                <a:cs typeface="Yusei Magic" panose="020B0604020202020204" charset="-128"/>
              </a:rPr>
              <a:t>Demonstartion</a:t>
            </a:r>
            <a:endParaRPr lang="en-CA" sz="5000" dirty="0">
              <a:latin typeface="Yusei Magic" panose="020B0604020202020204" charset="-128"/>
              <a:ea typeface="Yusei Magic" panose="020B0604020202020204" charset="-128"/>
              <a:cs typeface="Yusei Magic" panose="020B060402020202020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6235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xmlns="" id="{0FDDC864-942A-0FB0-2912-ED11E13DC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>
            <a:extLst>
              <a:ext uri="{FF2B5EF4-FFF2-40B4-BE49-F238E27FC236}">
                <a16:creationId xmlns:a16="http://schemas.microsoft.com/office/drawing/2014/main" xmlns="" id="{43B2734E-91A5-059B-A1AD-C2371FC977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8638" y="2083948"/>
            <a:ext cx="4360200" cy="14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242" name="Google Shape;242;p30">
            <a:extLst>
              <a:ext uri="{FF2B5EF4-FFF2-40B4-BE49-F238E27FC236}">
                <a16:creationId xmlns:a16="http://schemas.microsoft.com/office/drawing/2014/main" xmlns="" id="{2D5F6068-66E1-F55A-C0B8-380D8CE0040C}"/>
              </a:ext>
            </a:extLst>
          </p:cNvPr>
          <p:cNvSpPr/>
          <p:nvPr/>
        </p:nvSpPr>
        <p:spPr>
          <a:xfrm flipH="1">
            <a:off x="-15101" y="4121125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0">
            <a:extLst>
              <a:ext uri="{FF2B5EF4-FFF2-40B4-BE49-F238E27FC236}">
                <a16:creationId xmlns:a16="http://schemas.microsoft.com/office/drawing/2014/main" xmlns="" id="{D0D82E7A-13F0-05A5-BD9B-A311A44BEA76}"/>
              </a:ext>
            </a:extLst>
          </p:cNvPr>
          <p:cNvSpPr/>
          <p:nvPr/>
        </p:nvSpPr>
        <p:spPr>
          <a:xfrm flipH="1">
            <a:off x="6821512" y="3826300"/>
            <a:ext cx="2307425" cy="1348800"/>
          </a:xfrm>
          <a:custGeom>
            <a:avLst/>
            <a:gdLst/>
            <a:ahLst/>
            <a:cxnLst/>
            <a:rect l="l" t="t" r="r" b="b"/>
            <a:pathLst>
              <a:path w="92297" h="53952" extrusionOk="0">
                <a:moveTo>
                  <a:pt x="38287" y="1"/>
                </a:moveTo>
                <a:cubicBezTo>
                  <a:pt x="37676" y="1"/>
                  <a:pt x="37064" y="10"/>
                  <a:pt x="36454" y="35"/>
                </a:cubicBezTo>
                <a:cubicBezTo>
                  <a:pt x="34843" y="117"/>
                  <a:pt x="33232" y="292"/>
                  <a:pt x="31645" y="584"/>
                </a:cubicBezTo>
                <a:cubicBezTo>
                  <a:pt x="29766" y="899"/>
                  <a:pt x="27898" y="1307"/>
                  <a:pt x="26042" y="1774"/>
                </a:cubicBezTo>
                <a:cubicBezTo>
                  <a:pt x="23976" y="2300"/>
                  <a:pt x="21980" y="3058"/>
                  <a:pt x="20019" y="3899"/>
                </a:cubicBezTo>
                <a:cubicBezTo>
                  <a:pt x="17462" y="4984"/>
                  <a:pt x="15000" y="6257"/>
                  <a:pt x="12700" y="7821"/>
                </a:cubicBezTo>
                <a:cubicBezTo>
                  <a:pt x="10972" y="8988"/>
                  <a:pt x="9280" y="10225"/>
                  <a:pt x="7692" y="11556"/>
                </a:cubicBezTo>
                <a:cubicBezTo>
                  <a:pt x="6198" y="12817"/>
                  <a:pt x="4786" y="14159"/>
                  <a:pt x="3455" y="15583"/>
                </a:cubicBezTo>
                <a:cubicBezTo>
                  <a:pt x="2276" y="16821"/>
                  <a:pt x="1237" y="18198"/>
                  <a:pt x="152" y="19517"/>
                </a:cubicBezTo>
                <a:cubicBezTo>
                  <a:pt x="47" y="19692"/>
                  <a:pt x="0" y="19891"/>
                  <a:pt x="12" y="20089"/>
                </a:cubicBezTo>
                <a:lnTo>
                  <a:pt x="12" y="43119"/>
                </a:lnTo>
                <a:lnTo>
                  <a:pt x="12" y="53952"/>
                </a:lnTo>
                <a:lnTo>
                  <a:pt x="92227" y="53952"/>
                </a:lnTo>
                <a:cubicBezTo>
                  <a:pt x="92262" y="53928"/>
                  <a:pt x="92273" y="53847"/>
                  <a:pt x="92297" y="53800"/>
                </a:cubicBezTo>
                <a:lnTo>
                  <a:pt x="87919" y="53788"/>
                </a:lnTo>
                <a:cubicBezTo>
                  <a:pt x="87966" y="53170"/>
                  <a:pt x="88036" y="52574"/>
                  <a:pt x="88048" y="51979"/>
                </a:cubicBezTo>
                <a:cubicBezTo>
                  <a:pt x="88094" y="50263"/>
                  <a:pt x="88153" y="48547"/>
                  <a:pt x="88129" y="46820"/>
                </a:cubicBezTo>
                <a:cubicBezTo>
                  <a:pt x="88094" y="45617"/>
                  <a:pt x="88001" y="44415"/>
                  <a:pt x="87849" y="43224"/>
                </a:cubicBezTo>
                <a:cubicBezTo>
                  <a:pt x="87557" y="40820"/>
                  <a:pt x="87172" y="38427"/>
                  <a:pt x="86472" y="36116"/>
                </a:cubicBezTo>
                <a:cubicBezTo>
                  <a:pt x="85900" y="34260"/>
                  <a:pt x="85316" y="32392"/>
                  <a:pt x="84628" y="30571"/>
                </a:cubicBezTo>
                <a:cubicBezTo>
                  <a:pt x="83659" y="28096"/>
                  <a:pt x="82468" y="25704"/>
                  <a:pt x="81067" y="23451"/>
                </a:cubicBezTo>
                <a:cubicBezTo>
                  <a:pt x="79632" y="21081"/>
                  <a:pt x="77997" y="18852"/>
                  <a:pt x="76176" y="16786"/>
                </a:cubicBezTo>
                <a:cubicBezTo>
                  <a:pt x="75336" y="15840"/>
                  <a:pt x="74484" y="14883"/>
                  <a:pt x="73585" y="13996"/>
                </a:cubicBezTo>
                <a:cubicBezTo>
                  <a:pt x="69710" y="10179"/>
                  <a:pt x="65239" y="7039"/>
                  <a:pt x="60348" y="4693"/>
                </a:cubicBezTo>
                <a:cubicBezTo>
                  <a:pt x="58422" y="3759"/>
                  <a:pt x="56438" y="2977"/>
                  <a:pt x="54395" y="2358"/>
                </a:cubicBezTo>
                <a:cubicBezTo>
                  <a:pt x="52609" y="1821"/>
                  <a:pt x="50812" y="1342"/>
                  <a:pt x="48991" y="922"/>
                </a:cubicBezTo>
                <a:cubicBezTo>
                  <a:pt x="47905" y="677"/>
                  <a:pt x="46796" y="502"/>
                  <a:pt x="45687" y="385"/>
                </a:cubicBezTo>
                <a:cubicBezTo>
                  <a:pt x="44637" y="245"/>
                  <a:pt x="43586" y="128"/>
                  <a:pt x="42524" y="93"/>
                </a:cubicBezTo>
                <a:cubicBezTo>
                  <a:pt x="41115" y="53"/>
                  <a:pt x="39700" y="1"/>
                  <a:pt x="3828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" name="Google Shape;244;p30">
            <a:extLst>
              <a:ext uri="{FF2B5EF4-FFF2-40B4-BE49-F238E27FC236}">
                <a16:creationId xmlns:a16="http://schemas.microsoft.com/office/drawing/2014/main" xmlns="" id="{6D2B884A-569E-790F-21FC-D3A546F8B70D}"/>
              </a:ext>
            </a:extLst>
          </p:cNvPr>
          <p:cNvGrpSpPr/>
          <p:nvPr/>
        </p:nvGrpSpPr>
        <p:grpSpPr>
          <a:xfrm flipH="1">
            <a:off x="7557962" y="4628700"/>
            <a:ext cx="469550" cy="374575"/>
            <a:chOff x="1101425" y="4597125"/>
            <a:chExt cx="469550" cy="374575"/>
          </a:xfrm>
        </p:grpSpPr>
        <p:sp>
          <p:nvSpPr>
            <p:cNvPr id="245" name="Google Shape;245;p30">
              <a:extLst>
                <a:ext uri="{FF2B5EF4-FFF2-40B4-BE49-F238E27FC236}">
                  <a16:creationId xmlns:a16="http://schemas.microsoft.com/office/drawing/2014/main" xmlns="" id="{1DC610B5-234E-FFB3-ECB7-10F12F102407}"/>
                </a:ext>
              </a:extLst>
            </p:cNvPr>
            <p:cNvSpPr/>
            <p:nvPr/>
          </p:nvSpPr>
          <p:spPr>
            <a:xfrm>
              <a:off x="1101425" y="4597125"/>
              <a:ext cx="438050" cy="283250"/>
            </a:xfrm>
            <a:custGeom>
              <a:avLst/>
              <a:gdLst/>
              <a:ahLst/>
              <a:cxnLst/>
              <a:rect l="l" t="t" r="r" b="b"/>
              <a:pathLst>
                <a:path w="17522" h="11330" extrusionOk="0">
                  <a:moveTo>
                    <a:pt x="12099" y="0"/>
                  </a:moveTo>
                  <a:cubicBezTo>
                    <a:pt x="11486" y="0"/>
                    <a:pt x="10870" y="51"/>
                    <a:pt x="10261" y="146"/>
                  </a:cubicBezTo>
                  <a:cubicBezTo>
                    <a:pt x="9607" y="228"/>
                    <a:pt x="8965" y="357"/>
                    <a:pt x="8335" y="532"/>
                  </a:cubicBezTo>
                  <a:cubicBezTo>
                    <a:pt x="7086" y="870"/>
                    <a:pt x="5895" y="1407"/>
                    <a:pt x="4809" y="2119"/>
                  </a:cubicBezTo>
                  <a:cubicBezTo>
                    <a:pt x="3467" y="2971"/>
                    <a:pt x="2276" y="4057"/>
                    <a:pt x="1308" y="5318"/>
                  </a:cubicBezTo>
                  <a:cubicBezTo>
                    <a:pt x="432" y="6438"/>
                    <a:pt x="0" y="7699"/>
                    <a:pt x="199" y="9135"/>
                  </a:cubicBezTo>
                  <a:cubicBezTo>
                    <a:pt x="257" y="9660"/>
                    <a:pt x="409" y="10162"/>
                    <a:pt x="654" y="10640"/>
                  </a:cubicBezTo>
                  <a:cubicBezTo>
                    <a:pt x="829" y="11014"/>
                    <a:pt x="1121" y="11271"/>
                    <a:pt x="1553" y="11306"/>
                  </a:cubicBezTo>
                  <a:cubicBezTo>
                    <a:pt x="1833" y="11329"/>
                    <a:pt x="2101" y="11329"/>
                    <a:pt x="2381" y="11329"/>
                  </a:cubicBezTo>
                  <a:cubicBezTo>
                    <a:pt x="3140" y="11317"/>
                    <a:pt x="3899" y="11177"/>
                    <a:pt x="4623" y="10909"/>
                  </a:cubicBezTo>
                  <a:cubicBezTo>
                    <a:pt x="6269" y="10325"/>
                    <a:pt x="7447" y="9193"/>
                    <a:pt x="8405" y="7769"/>
                  </a:cubicBezTo>
                  <a:cubicBezTo>
                    <a:pt x="8813" y="7162"/>
                    <a:pt x="9257" y="6578"/>
                    <a:pt x="9747" y="6018"/>
                  </a:cubicBezTo>
                  <a:cubicBezTo>
                    <a:pt x="10459" y="5224"/>
                    <a:pt x="11346" y="4594"/>
                    <a:pt x="12338" y="4174"/>
                  </a:cubicBezTo>
                  <a:cubicBezTo>
                    <a:pt x="12969" y="3893"/>
                    <a:pt x="13634" y="3707"/>
                    <a:pt x="14323" y="3602"/>
                  </a:cubicBezTo>
                  <a:cubicBezTo>
                    <a:pt x="15011" y="3497"/>
                    <a:pt x="15712" y="3415"/>
                    <a:pt x="16412" y="3310"/>
                  </a:cubicBezTo>
                  <a:cubicBezTo>
                    <a:pt x="16774" y="3275"/>
                    <a:pt x="17124" y="3193"/>
                    <a:pt x="17521" y="3123"/>
                  </a:cubicBezTo>
                  <a:cubicBezTo>
                    <a:pt x="17439" y="2983"/>
                    <a:pt x="17369" y="2866"/>
                    <a:pt x="17311" y="2761"/>
                  </a:cubicBezTo>
                  <a:cubicBezTo>
                    <a:pt x="16307" y="964"/>
                    <a:pt x="14743" y="100"/>
                    <a:pt x="12724" y="18"/>
                  </a:cubicBezTo>
                  <a:cubicBezTo>
                    <a:pt x="12516" y="6"/>
                    <a:pt x="12308" y="0"/>
                    <a:pt x="12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0">
              <a:extLst>
                <a:ext uri="{FF2B5EF4-FFF2-40B4-BE49-F238E27FC236}">
                  <a16:creationId xmlns:a16="http://schemas.microsoft.com/office/drawing/2014/main" xmlns="" id="{C95814CF-5DCB-1833-4403-A51BF1694660}"/>
                </a:ext>
              </a:extLst>
            </p:cNvPr>
            <p:cNvSpPr/>
            <p:nvPr/>
          </p:nvSpPr>
          <p:spPr>
            <a:xfrm>
              <a:off x="1148975" y="4706625"/>
              <a:ext cx="422000" cy="265075"/>
            </a:xfrm>
            <a:custGeom>
              <a:avLst/>
              <a:gdLst/>
              <a:ahLst/>
              <a:cxnLst/>
              <a:rect l="l" t="t" r="r" b="b"/>
              <a:pathLst>
                <a:path w="16880" h="10603" extrusionOk="0">
                  <a:moveTo>
                    <a:pt x="15934" y="0"/>
                  </a:moveTo>
                  <a:cubicBezTo>
                    <a:pt x="15911" y="0"/>
                    <a:pt x="15888" y="1"/>
                    <a:pt x="15864" y="4"/>
                  </a:cubicBezTo>
                  <a:cubicBezTo>
                    <a:pt x="15339" y="15"/>
                    <a:pt x="14825" y="62"/>
                    <a:pt x="14312" y="132"/>
                  </a:cubicBezTo>
                  <a:cubicBezTo>
                    <a:pt x="13214" y="296"/>
                    <a:pt x="12141" y="611"/>
                    <a:pt x="11113" y="1054"/>
                  </a:cubicBezTo>
                  <a:cubicBezTo>
                    <a:pt x="10308" y="1428"/>
                    <a:pt x="9561" y="1918"/>
                    <a:pt x="8896" y="2525"/>
                  </a:cubicBezTo>
                  <a:cubicBezTo>
                    <a:pt x="8102" y="3260"/>
                    <a:pt x="7448" y="4148"/>
                    <a:pt x="6970" y="5116"/>
                  </a:cubicBezTo>
                  <a:cubicBezTo>
                    <a:pt x="6573" y="5863"/>
                    <a:pt x="6001" y="6517"/>
                    <a:pt x="5300" y="6996"/>
                  </a:cubicBezTo>
                  <a:cubicBezTo>
                    <a:pt x="4308" y="7661"/>
                    <a:pt x="3188" y="7918"/>
                    <a:pt x="2020" y="8035"/>
                  </a:cubicBezTo>
                  <a:cubicBezTo>
                    <a:pt x="1460" y="8093"/>
                    <a:pt x="900" y="8163"/>
                    <a:pt x="339" y="8233"/>
                  </a:cubicBezTo>
                  <a:cubicBezTo>
                    <a:pt x="246" y="8245"/>
                    <a:pt x="141" y="8256"/>
                    <a:pt x="48" y="8280"/>
                  </a:cubicBezTo>
                  <a:lnTo>
                    <a:pt x="1" y="8361"/>
                  </a:lnTo>
                  <a:cubicBezTo>
                    <a:pt x="409" y="8723"/>
                    <a:pt x="783" y="9108"/>
                    <a:pt x="1203" y="9435"/>
                  </a:cubicBezTo>
                  <a:cubicBezTo>
                    <a:pt x="2160" y="10182"/>
                    <a:pt x="3281" y="10498"/>
                    <a:pt x="4460" y="10568"/>
                  </a:cubicBezTo>
                  <a:cubicBezTo>
                    <a:pt x="4814" y="10591"/>
                    <a:pt x="5167" y="10603"/>
                    <a:pt x="5519" y="10603"/>
                  </a:cubicBezTo>
                  <a:cubicBezTo>
                    <a:pt x="6222" y="10603"/>
                    <a:pt x="6923" y="10556"/>
                    <a:pt x="7623" y="10463"/>
                  </a:cubicBezTo>
                  <a:cubicBezTo>
                    <a:pt x="8569" y="10322"/>
                    <a:pt x="9491" y="10066"/>
                    <a:pt x="10366" y="9715"/>
                  </a:cubicBezTo>
                  <a:cubicBezTo>
                    <a:pt x="11160" y="9389"/>
                    <a:pt x="11907" y="8980"/>
                    <a:pt x="12608" y="8478"/>
                  </a:cubicBezTo>
                  <a:cubicBezTo>
                    <a:pt x="13460" y="7871"/>
                    <a:pt x="14242" y="7147"/>
                    <a:pt x="14930" y="6342"/>
                  </a:cubicBezTo>
                  <a:cubicBezTo>
                    <a:pt x="15409" y="5758"/>
                    <a:pt x="15899" y="5163"/>
                    <a:pt x="16238" y="4474"/>
                  </a:cubicBezTo>
                  <a:cubicBezTo>
                    <a:pt x="16541" y="3879"/>
                    <a:pt x="16728" y="3237"/>
                    <a:pt x="16798" y="2572"/>
                  </a:cubicBezTo>
                  <a:cubicBezTo>
                    <a:pt x="16880" y="1871"/>
                    <a:pt x="16821" y="1183"/>
                    <a:pt x="16611" y="517"/>
                  </a:cubicBezTo>
                  <a:cubicBezTo>
                    <a:pt x="16524" y="213"/>
                    <a:pt x="16246" y="0"/>
                    <a:pt x="15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" name="Google Shape;247;p30">
            <a:extLst>
              <a:ext uri="{FF2B5EF4-FFF2-40B4-BE49-F238E27FC236}">
                <a16:creationId xmlns:a16="http://schemas.microsoft.com/office/drawing/2014/main" xmlns="" id="{EE3FABC0-43C4-1C96-A8C9-053D609DCFB2}"/>
              </a:ext>
            </a:extLst>
          </p:cNvPr>
          <p:cNvGrpSpPr/>
          <p:nvPr/>
        </p:nvGrpSpPr>
        <p:grpSpPr>
          <a:xfrm flipH="1">
            <a:off x="7457287" y="4276875"/>
            <a:ext cx="217125" cy="282300"/>
            <a:chOff x="1454525" y="4245300"/>
            <a:chExt cx="217125" cy="282300"/>
          </a:xfrm>
        </p:grpSpPr>
        <p:sp>
          <p:nvSpPr>
            <p:cNvPr id="248" name="Google Shape;248;p30">
              <a:extLst>
                <a:ext uri="{FF2B5EF4-FFF2-40B4-BE49-F238E27FC236}">
                  <a16:creationId xmlns:a16="http://schemas.microsoft.com/office/drawing/2014/main" xmlns="" id="{836F3A37-AC63-A3A4-13CE-8C03281CB50C}"/>
                </a:ext>
              </a:extLst>
            </p:cNvPr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0">
              <a:extLst>
                <a:ext uri="{FF2B5EF4-FFF2-40B4-BE49-F238E27FC236}">
                  <a16:creationId xmlns:a16="http://schemas.microsoft.com/office/drawing/2014/main" xmlns="" id="{8BB63651-2785-BD13-9C50-14C5740F532E}"/>
                </a:ext>
              </a:extLst>
            </p:cNvPr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" name="Google Shape;250;p30">
            <a:extLst>
              <a:ext uri="{FF2B5EF4-FFF2-40B4-BE49-F238E27FC236}">
                <a16:creationId xmlns:a16="http://schemas.microsoft.com/office/drawing/2014/main" xmlns="" id="{A3CAAB73-561D-BE53-9716-CADC160D1F8E}"/>
              </a:ext>
            </a:extLst>
          </p:cNvPr>
          <p:cNvSpPr/>
          <p:nvPr/>
        </p:nvSpPr>
        <p:spPr>
          <a:xfrm>
            <a:off x="-36825" y="0"/>
            <a:ext cx="3493599" cy="1054005"/>
          </a:xfrm>
          <a:custGeom>
            <a:avLst/>
            <a:gdLst/>
            <a:ahLst/>
            <a:cxnLst/>
            <a:rect l="l" t="t" r="r" b="b"/>
            <a:pathLst>
              <a:path w="81138" h="24479" extrusionOk="0">
                <a:moveTo>
                  <a:pt x="0" y="1"/>
                </a:moveTo>
                <a:lnTo>
                  <a:pt x="0" y="24479"/>
                </a:lnTo>
                <a:cubicBezTo>
                  <a:pt x="444" y="24199"/>
                  <a:pt x="876" y="23918"/>
                  <a:pt x="1319" y="23650"/>
                </a:cubicBezTo>
                <a:cubicBezTo>
                  <a:pt x="3327" y="22389"/>
                  <a:pt x="5603" y="21619"/>
                  <a:pt x="7973" y="21420"/>
                </a:cubicBezTo>
                <a:cubicBezTo>
                  <a:pt x="8378" y="21385"/>
                  <a:pt x="8783" y="21368"/>
                  <a:pt x="9188" y="21368"/>
                </a:cubicBezTo>
                <a:cubicBezTo>
                  <a:pt x="10135" y="21368"/>
                  <a:pt x="11079" y="21462"/>
                  <a:pt x="12011" y="21642"/>
                </a:cubicBezTo>
                <a:cubicBezTo>
                  <a:pt x="13949" y="22027"/>
                  <a:pt x="15899" y="22413"/>
                  <a:pt x="17813" y="22891"/>
                </a:cubicBezTo>
                <a:cubicBezTo>
                  <a:pt x="20241" y="23498"/>
                  <a:pt x="22680" y="24058"/>
                  <a:pt x="25190" y="24257"/>
                </a:cubicBezTo>
                <a:cubicBezTo>
                  <a:pt x="25656" y="24288"/>
                  <a:pt x="26122" y="24303"/>
                  <a:pt x="26587" y="24303"/>
                </a:cubicBezTo>
                <a:cubicBezTo>
                  <a:pt x="29645" y="24303"/>
                  <a:pt x="32678" y="23641"/>
                  <a:pt x="35474" y="22354"/>
                </a:cubicBezTo>
                <a:cubicBezTo>
                  <a:pt x="38053" y="21152"/>
                  <a:pt x="40458" y="19588"/>
                  <a:pt x="42606" y="17720"/>
                </a:cubicBezTo>
                <a:cubicBezTo>
                  <a:pt x="44147" y="16401"/>
                  <a:pt x="45594" y="14977"/>
                  <a:pt x="47135" y="13670"/>
                </a:cubicBezTo>
                <a:cubicBezTo>
                  <a:pt x="48641" y="12386"/>
                  <a:pt x="50193" y="11148"/>
                  <a:pt x="51781" y="9981"/>
                </a:cubicBezTo>
                <a:cubicBezTo>
                  <a:pt x="53893" y="8452"/>
                  <a:pt x="56100" y="7063"/>
                  <a:pt x="58399" y="5849"/>
                </a:cubicBezTo>
                <a:cubicBezTo>
                  <a:pt x="60897" y="4483"/>
                  <a:pt x="63477" y="3281"/>
                  <a:pt x="66138" y="2265"/>
                </a:cubicBezTo>
                <a:cubicBezTo>
                  <a:pt x="67749" y="1647"/>
                  <a:pt x="69395" y="1098"/>
                  <a:pt x="71041" y="549"/>
                </a:cubicBezTo>
                <a:cubicBezTo>
                  <a:pt x="71543" y="374"/>
                  <a:pt x="72080" y="164"/>
                  <a:pt x="72605" y="164"/>
                </a:cubicBezTo>
                <a:cubicBezTo>
                  <a:pt x="73825" y="149"/>
                  <a:pt x="75044" y="145"/>
                  <a:pt x="76262" y="145"/>
                </a:cubicBezTo>
                <a:cubicBezTo>
                  <a:pt x="77886" y="145"/>
                  <a:pt x="79510" y="153"/>
                  <a:pt x="81138" y="153"/>
                </a:cubicBezTo>
                <a:lnTo>
                  <a:pt x="811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0">
            <a:extLst>
              <a:ext uri="{FF2B5EF4-FFF2-40B4-BE49-F238E27FC236}">
                <a16:creationId xmlns:a16="http://schemas.microsoft.com/office/drawing/2014/main" xmlns="" id="{53BAB5C5-3D67-F3D2-551C-15269A6D8469}"/>
              </a:ext>
            </a:extLst>
          </p:cNvPr>
          <p:cNvSpPr/>
          <p:nvPr/>
        </p:nvSpPr>
        <p:spPr>
          <a:xfrm flipH="1">
            <a:off x="7221394" y="0"/>
            <a:ext cx="2192368" cy="1558871"/>
          </a:xfrm>
          <a:custGeom>
            <a:avLst/>
            <a:gdLst/>
            <a:ahLst/>
            <a:cxnLst/>
            <a:rect l="l" t="t" r="r" b="b"/>
            <a:pathLst>
              <a:path w="57186" h="35183" extrusionOk="0">
                <a:moveTo>
                  <a:pt x="12829" y="1"/>
                </a:moveTo>
                <a:cubicBezTo>
                  <a:pt x="11872" y="71"/>
                  <a:pt x="10646" y="141"/>
                  <a:pt x="9409" y="257"/>
                </a:cubicBezTo>
                <a:cubicBezTo>
                  <a:pt x="7856" y="397"/>
                  <a:pt x="6350" y="818"/>
                  <a:pt x="4950" y="1506"/>
                </a:cubicBezTo>
                <a:cubicBezTo>
                  <a:pt x="3129" y="2417"/>
                  <a:pt x="1728" y="3748"/>
                  <a:pt x="911" y="5627"/>
                </a:cubicBezTo>
                <a:cubicBezTo>
                  <a:pt x="257" y="7156"/>
                  <a:pt x="0" y="8814"/>
                  <a:pt x="175" y="10471"/>
                </a:cubicBezTo>
                <a:cubicBezTo>
                  <a:pt x="292" y="11907"/>
                  <a:pt x="701" y="13319"/>
                  <a:pt x="1378" y="14592"/>
                </a:cubicBezTo>
                <a:cubicBezTo>
                  <a:pt x="1751" y="15339"/>
                  <a:pt x="2277" y="15981"/>
                  <a:pt x="2930" y="16494"/>
                </a:cubicBezTo>
                <a:cubicBezTo>
                  <a:pt x="4031" y="17306"/>
                  <a:pt x="5364" y="17747"/>
                  <a:pt x="6728" y="17747"/>
                </a:cubicBezTo>
                <a:cubicBezTo>
                  <a:pt x="6797" y="17747"/>
                  <a:pt x="6865" y="17745"/>
                  <a:pt x="6934" y="17743"/>
                </a:cubicBezTo>
                <a:cubicBezTo>
                  <a:pt x="7880" y="17720"/>
                  <a:pt x="8825" y="17486"/>
                  <a:pt x="9759" y="17346"/>
                </a:cubicBezTo>
                <a:cubicBezTo>
                  <a:pt x="10774" y="17183"/>
                  <a:pt x="11802" y="16926"/>
                  <a:pt x="12817" y="16844"/>
                </a:cubicBezTo>
                <a:cubicBezTo>
                  <a:pt x="13199" y="16810"/>
                  <a:pt x="13579" y="16794"/>
                  <a:pt x="13957" y="16794"/>
                </a:cubicBezTo>
                <a:cubicBezTo>
                  <a:pt x="15522" y="16794"/>
                  <a:pt x="17058" y="17075"/>
                  <a:pt x="18572" y="17545"/>
                </a:cubicBezTo>
                <a:cubicBezTo>
                  <a:pt x="20544" y="18152"/>
                  <a:pt x="22389" y="18981"/>
                  <a:pt x="23965" y="20346"/>
                </a:cubicBezTo>
                <a:cubicBezTo>
                  <a:pt x="25109" y="21338"/>
                  <a:pt x="26217" y="22377"/>
                  <a:pt x="27315" y="23440"/>
                </a:cubicBezTo>
                <a:cubicBezTo>
                  <a:pt x="28003" y="24105"/>
                  <a:pt x="28645" y="24817"/>
                  <a:pt x="29252" y="25552"/>
                </a:cubicBezTo>
                <a:cubicBezTo>
                  <a:pt x="29964" y="26404"/>
                  <a:pt x="30816" y="27035"/>
                  <a:pt x="31890" y="27292"/>
                </a:cubicBezTo>
                <a:cubicBezTo>
                  <a:pt x="32087" y="27337"/>
                  <a:pt x="32281" y="27365"/>
                  <a:pt x="32463" y="27365"/>
                </a:cubicBezTo>
                <a:cubicBezTo>
                  <a:pt x="33069" y="27365"/>
                  <a:pt x="33540" y="27056"/>
                  <a:pt x="33513" y="26078"/>
                </a:cubicBezTo>
                <a:cubicBezTo>
                  <a:pt x="33501" y="25482"/>
                  <a:pt x="33338" y="24887"/>
                  <a:pt x="33279" y="24292"/>
                </a:cubicBezTo>
                <a:cubicBezTo>
                  <a:pt x="33198" y="23603"/>
                  <a:pt x="33174" y="22914"/>
                  <a:pt x="33198" y="22226"/>
                </a:cubicBezTo>
                <a:cubicBezTo>
                  <a:pt x="33247" y="21648"/>
                  <a:pt x="33545" y="21325"/>
                  <a:pt x="33962" y="21325"/>
                </a:cubicBezTo>
                <a:cubicBezTo>
                  <a:pt x="34144" y="21325"/>
                  <a:pt x="34348" y="21386"/>
                  <a:pt x="34563" y="21514"/>
                </a:cubicBezTo>
                <a:cubicBezTo>
                  <a:pt x="35159" y="21852"/>
                  <a:pt x="35707" y="22261"/>
                  <a:pt x="36221" y="22728"/>
                </a:cubicBezTo>
                <a:cubicBezTo>
                  <a:pt x="37365" y="23848"/>
                  <a:pt x="38357" y="25120"/>
                  <a:pt x="39186" y="26498"/>
                </a:cubicBezTo>
                <a:cubicBezTo>
                  <a:pt x="40073" y="27934"/>
                  <a:pt x="40890" y="29439"/>
                  <a:pt x="41754" y="30898"/>
                </a:cubicBezTo>
                <a:cubicBezTo>
                  <a:pt x="42513" y="32206"/>
                  <a:pt x="43330" y="33478"/>
                  <a:pt x="44462" y="34505"/>
                </a:cubicBezTo>
                <a:cubicBezTo>
                  <a:pt x="44754" y="34762"/>
                  <a:pt x="45104" y="34972"/>
                  <a:pt x="45466" y="35112"/>
                </a:cubicBezTo>
                <a:cubicBezTo>
                  <a:pt x="45587" y="35160"/>
                  <a:pt x="45698" y="35183"/>
                  <a:pt x="45800" y="35183"/>
                </a:cubicBezTo>
                <a:cubicBezTo>
                  <a:pt x="46122" y="35183"/>
                  <a:pt x="46351" y="34957"/>
                  <a:pt x="46493" y="34575"/>
                </a:cubicBezTo>
                <a:cubicBezTo>
                  <a:pt x="46656" y="34097"/>
                  <a:pt x="46563" y="33630"/>
                  <a:pt x="46400" y="33198"/>
                </a:cubicBezTo>
                <a:cubicBezTo>
                  <a:pt x="45711" y="31389"/>
                  <a:pt x="44742" y="29743"/>
                  <a:pt x="43668" y="28155"/>
                </a:cubicBezTo>
                <a:cubicBezTo>
                  <a:pt x="43330" y="27665"/>
                  <a:pt x="43026" y="27163"/>
                  <a:pt x="42746" y="26650"/>
                </a:cubicBezTo>
                <a:cubicBezTo>
                  <a:pt x="42594" y="26369"/>
                  <a:pt x="42548" y="26031"/>
                  <a:pt x="42793" y="25774"/>
                </a:cubicBezTo>
                <a:cubicBezTo>
                  <a:pt x="42924" y="25630"/>
                  <a:pt x="43086" y="25560"/>
                  <a:pt x="43263" y="25560"/>
                </a:cubicBezTo>
                <a:cubicBezTo>
                  <a:pt x="43416" y="25560"/>
                  <a:pt x="43582" y="25613"/>
                  <a:pt x="43750" y="25716"/>
                </a:cubicBezTo>
                <a:cubicBezTo>
                  <a:pt x="43983" y="25867"/>
                  <a:pt x="44193" y="26054"/>
                  <a:pt x="44415" y="26206"/>
                </a:cubicBezTo>
                <a:cubicBezTo>
                  <a:pt x="44859" y="26521"/>
                  <a:pt x="45267" y="26930"/>
                  <a:pt x="45758" y="27105"/>
                </a:cubicBezTo>
                <a:cubicBezTo>
                  <a:pt x="45986" y="27185"/>
                  <a:pt x="46200" y="27224"/>
                  <a:pt x="46393" y="27224"/>
                </a:cubicBezTo>
                <a:cubicBezTo>
                  <a:pt x="47045" y="27224"/>
                  <a:pt x="47445" y="26773"/>
                  <a:pt x="47310" y="25926"/>
                </a:cubicBezTo>
                <a:cubicBezTo>
                  <a:pt x="47263" y="25681"/>
                  <a:pt x="47205" y="25436"/>
                  <a:pt x="47112" y="25190"/>
                </a:cubicBezTo>
                <a:cubicBezTo>
                  <a:pt x="46481" y="23556"/>
                  <a:pt x="45256" y="22389"/>
                  <a:pt x="43960" y="21280"/>
                </a:cubicBezTo>
                <a:cubicBezTo>
                  <a:pt x="42921" y="20393"/>
                  <a:pt x="41882" y="19506"/>
                  <a:pt x="40855" y="18572"/>
                </a:cubicBezTo>
                <a:cubicBezTo>
                  <a:pt x="40517" y="18233"/>
                  <a:pt x="40213" y="17860"/>
                  <a:pt x="39968" y="17440"/>
                </a:cubicBezTo>
                <a:cubicBezTo>
                  <a:pt x="39734" y="17101"/>
                  <a:pt x="39828" y="16763"/>
                  <a:pt x="40225" y="16658"/>
                </a:cubicBezTo>
                <a:cubicBezTo>
                  <a:pt x="40530" y="16589"/>
                  <a:pt x="40870" y="16525"/>
                  <a:pt x="41193" y="16525"/>
                </a:cubicBezTo>
                <a:cubicBezTo>
                  <a:pt x="41364" y="16525"/>
                  <a:pt x="41530" y="16543"/>
                  <a:pt x="41684" y="16588"/>
                </a:cubicBezTo>
                <a:cubicBezTo>
                  <a:pt x="42594" y="16868"/>
                  <a:pt x="43481" y="17230"/>
                  <a:pt x="44345" y="17673"/>
                </a:cubicBezTo>
                <a:cubicBezTo>
                  <a:pt x="46061" y="18549"/>
                  <a:pt x="47450" y="19879"/>
                  <a:pt x="48804" y="21245"/>
                </a:cubicBezTo>
                <a:cubicBezTo>
                  <a:pt x="50847" y="23311"/>
                  <a:pt x="52983" y="25307"/>
                  <a:pt x="54536" y="27817"/>
                </a:cubicBezTo>
                <a:cubicBezTo>
                  <a:pt x="54802" y="28267"/>
                  <a:pt x="55321" y="28514"/>
                  <a:pt x="55780" y="28514"/>
                </a:cubicBezTo>
                <a:cubicBezTo>
                  <a:pt x="55905" y="28514"/>
                  <a:pt x="56025" y="28496"/>
                  <a:pt x="56135" y="28459"/>
                </a:cubicBezTo>
                <a:cubicBezTo>
                  <a:pt x="56765" y="28249"/>
                  <a:pt x="57115" y="27700"/>
                  <a:pt x="57139" y="26988"/>
                </a:cubicBezTo>
                <a:cubicBezTo>
                  <a:pt x="57185" y="25867"/>
                  <a:pt x="56672" y="24969"/>
                  <a:pt x="56053" y="24128"/>
                </a:cubicBezTo>
                <a:cubicBezTo>
                  <a:pt x="55283" y="23078"/>
                  <a:pt x="54466" y="22062"/>
                  <a:pt x="53590" y="21093"/>
                </a:cubicBezTo>
                <a:cubicBezTo>
                  <a:pt x="52610" y="20031"/>
                  <a:pt x="51582" y="19027"/>
                  <a:pt x="50485" y="18082"/>
                </a:cubicBezTo>
                <a:cubicBezTo>
                  <a:pt x="49353" y="17090"/>
                  <a:pt x="48162" y="16156"/>
                  <a:pt x="46925" y="15304"/>
                </a:cubicBezTo>
                <a:cubicBezTo>
                  <a:pt x="45454" y="14265"/>
                  <a:pt x="43925" y="13319"/>
                  <a:pt x="42361" y="12444"/>
                </a:cubicBezTo>
                <a:cubicBezTo>
                  <a:pt x="39770" y="11055"/>
                  <a:pt x="37108" y="9782"/>
                  <a:pt x="34493" y="8428"/>
                </a:cubicBezTo>
                <a:cubicBezTo>
                  <a:pt x="34027" y="8172"/>
                  <a:pt x="33583" y="7868"/>
                  <a:pt x="33174" y="7530"/>
                </a:cubicBezTo>
                <a:cubicBezTo>
                  <a:pt x="32964" y="7378"/>
                  <a:pt x="32988" y="7214"/>
                  <a:pt x="33256" y="7109"/>
                </a:cubicBezTo>
                <a:cubicBezTo>
                  <a:pt x="33349" y="7086"/>
                  <a:pt x="33431" y="7051"/>
                  <a:pt x="33525" y="7016"/>
                </a:cubicBezTo>
                <a:cubicBezTo>
                  <a:pt x="34015" y="6911"/>
                  <a:pt x="34505" y="6771"/>
                  <a:pt x="34984" y="6619"/>
                </a:cubicBezTo>
                <a:cubicBezTo>
                  <a:pt x="35626" y="6374"/>
                  <a:pt x="35707" y="5697"/>
                  <a:pt x="35170" y="5277"/>
                </a:cubicBezTo>
                <a:cubicBezTo>
                  <a:pt x="34995" y="5137"/>
                  <a:pt x="34809" y="5020"/>
                  <a:pt x="34610" y="4938"/>
                </a:cubicBezTo>
                <a:cubicBezTo>
                  <a:pt x="33093" y="4296"/>
                  <a:pt x="31587" y="3619"/>
                  <a:pt x="30046" y="3036"/>
                </a:cubicBezTo>
                <a:cubicBezTo>
                  <a:pt x="27770" y="2183"/>
                  <a:pt x="25447" y="1436"/>
                  <a:pt x="23031" y="1063"/>
                </a:cubicBezTo>
                <a:cubicBezTo>
                  <a:pt x="20930" y="748"/>
                  <a:pt x="18840" y="432"/>
                  <a:pt x="16727" y="199"/>
                </a:cubicBezTo>
                <a:cubicBezTo>
                  <a:pt x="15537" y="59"/>
                  <a:pt x="14311" y="71"/>
                  <a:pt x="12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2" name="Google Shape;252;p30">
            <a:extLst>
              <a:ext uri="{FF2B5EF4-FFF2-40B4-BE49-F238E27FC236}">
                <a16:creationId xmlns:a16="http://schemas.microsoft.com/office/drawing/2014/main" xmlns="" id="{27E7F11A-2A03-F7DD-1E42-32BBF8CB1519}"/>
              </a:ext>
            </a:extLst>
          </p:cNvPr>
          <p:cNvGrpSpPr/>
          <p:nvPr/>
        </p:nvGrpSpPr>
        <p:grpSpPr>
          <a:xfrm rot="-2500248" flipH="1">
            <a:off x="7784717" y="4359678"/>
            <a:ext cx="135889" cy="176679"/>
            <a:chOff x="1454525" y="4245300"/>
            <a:chExt cx="217125" cy="282300"/>
          </a:xfrm>
        </p:grpSpPr>
        <p:sp>
          <p:nvSpPr>
            <p:cNvPr id="253" name="Google Shape;253;p30">
              <a:extLst>
                <a:ext uri="{FF2B5EF4-FFF2-40B4-BE49-F238E27FC236}">
                  <a16:creationId xmlns:a16="http://schemas.microsoft.com/office/drawing/2014/main" xmlns="" id="{73E20D35-0CC2-619A-B598-3AA581861E70}"/>
                </a:ext>
              </a:extLst>
            </p:cNvPr>
            <p:cNvSpPr/>
            <p:nvPr/>
          </p:nvSpPr>
          <p:spPr>
            <a:xfrm>
              <a:off x="1454525" y="4258175"/>
              <a:ext cx="152350" cy="269425"/>
            </a:xfrm>
            <a:custGeom>
              <a:avLst/>
              <a:gdLst/>
              <a:ahLst/>
              <a:cxnLst/>
              <a:rect l="l" t="t" r="r" b="b"/>
              <a:pathLst>
                <a:path w="6094" h="10777" extrusionOk="0">
                  <a:moveTo>
                    <a:pt x="2335" y="1"/>
                  </a:moveTo>
                  <a:cubicBezTo>
                    <a:pt x="2230" y="24"/>
                    <a:pt x="2136" y="59"/>
                    <a:pt x="2055" y="94"/>
                  </a:cubicBezTo>
                  <a:cubicBezTo>
                    <a:pt x="1634" y="257"/>
                    <a:pt x="1261" y="514"/>
                    <a:pt x="957" y="841"/>
                  </a:cubicBezTo>
                  <a:cubicBezTo>
                    <a:pt x="782" y="1028"/>
                    <a:pt x="642" y="1226"/>
                    <a:pt x="514" y="1448"/>
                  </a:cubicBezTo>
                  <a:cubicBezTo>
                    <a:pt x="421" y="1623"/>
                    <a:pt x="339" y="1822"/>
                    <a:pt x="269" y="2008"/>
                  </a:cubicBezTo>
                  <a:cubicBezTo>
                    <a:pt x="210" y="2183"/>
                    <a:pt x="152" y="2359"/>
                    <a:pt x="129" y="2545"/>
                  </a:cubicBezTo>
                  <a:cubicBezTo>
                    <a:pt x="82" y="2860"/>
                    <a:pt x="47" y="3176"/>
                    <a:pt x="24" y="3491"/>
                  </a:cubicBezTo>
                  <a:cubicBezTo>
                    <a:pt x="0" y="3771"/>
                    <a:pt x="0" y="4051"/>
                    <a:pt x="0" y="4320"/>
                  </a:cubicBezTo>
                  <a:cubicBezTo>
                    <a:pt x="0" y="4541"/>
                    <a:pt x="24" y="4751"/>
                    <a:pt x="59" y="4973"/>
                  </a:cubicBezTo>
                  <a:cubicBezTo>
                    <a:pt x="94" y="5242"/>
                    <a:pt x="129" y="5522"/>
                    <a:pt x="187" y="5790"/>
                  </a:cubicBezTo>
                  <a:cubicBezTo>
                    <a:pt x="280" y="6164"/>
                    <a:pt x="386" y="6537"/>
                    <a:pt x="514" y="6899"/>
                  </a:cubicBezTo>
                  <a:cubicBezTo>
                    <a:pt x="619" y="7203"/>
                    <a:pt x="759" y="7495"/>
                    <a:pt x="911" y="7763"/>
                  </a:cubicBezTo>
                  <a:cubicBezTo>
                    <a:pt x="1063" y="8067"/>
                    <a:pt x="1249" y="8347"/>
                    <a:pt x="1436" y="8638"/>
                  </a:cubicBezTo>
                  <a:cubicBezTo>
                    <a:pt x="1541" y="8802"/>
                    <a:pt x="1646" y="8954"/>
                    <a:pt x="1775" y="9105"/>
                  </a:cubicBezTo>
                  <a:cubicBezTo>
                    <a:pt x="1973" y="9351"/>
                    <a:pt x="2195" y="9572"/>
                    <a:pt x="2393" y="9806"/>
                  </a:cubicBezTo>
                  <a:cubicBezTo>
                    <a:pt x="2603" y="10039"/>
                    <a:pt x="2860" y="10238"/>
                    <a:pt x="3140" y="10389"/>
                  </a:cubicBezTo>
                  <a:cubicBezTo>
                    <a:pt x="3269" y="10459"/>
                    <a:pt x="3397" y="10506"/>
                    <a:pt x="3525" y="10564"/>
                  </a:cubicBezTo>
                  <a:cubicBezTo>
                    <a:pt x="3858" y="10715"/>
                    <a:pt x="4210" y="10776"/>
                    <a:pt x="4572" y="10776"/>
                  </a:cubicBezTo>
                  <a:cubicBezTo>
                    <a:pt x="4605" y="10776"/>
                    <a:pt x="4637" y="10776"/>
                    <a:pt x="4669" y="10775"/>
                  </a:cubicBezTo>
                  <a:cubicBezTo>
                    <a:pt x="4891" y="10751"/>
                    <a:pt x="5113" y="10728"/>
                    <a:pt x="5335" y="10681"/>
                  </a:cubicBezTo>
                  <a:cubicBezTo>
                    <a:pt x="5673" y="10635"/>
                    <a:pt x="5953" y="10366"/>
                    <a:pt x="5988" y="10028"/>
                  </a:cubicBezTo>
                  <a:cubicBezTo>
                    <a:pt x="6070" y="9666"/>
                    <a:pt x="6093" y="9304"/>
                    <a:pt x="6070" y="8930"/>
                  </a:cubicBezTo>
                  <a:cubicBezTo>
                    <a:pt x="6058" y="8580"/>
                    <a:pt x="6000" y="8230"/>
                    <a:pt x="5883" y="7891"/>
                  </a:cubicBezTo>
                  <a:cubicBezTo>
                    <a:pt x="5743" y="7460"/>
                    <a:pt x="5522" y="7051"/>
                    <a:pt x="5253" y="6689"/>
                  </a:cubicBezTo>
                  <a:cubicBezTo>
                    <a:pt x="5031" y="6386"/>
                    <a:pt x="4774" y="6094"/>
                    <a:pt x="4483" y="5849"/>
                  </a:cubicBezTo>
                  <a:cubicBezTo>
                    <a:pt x="4086" y="5545"/>
                    <a:pt x="3724" y="5183"/>
                    <a:pt x="3420" y="4786"/>
                  </a:cubicBezTo>
                  <a:cubicBezTo>
                    <a:pt x="3199" y="4495"/>
                    <a:pt x="3000" y="4191"/>
                    <a:pt x="2825" y="3876"/>
                  </a:cubicBezTo>
                  <a:cubicBezTo>
                    <a:pt x="2650" y="3537"/>
                    <a:pt x="2533" y="3176"/>
                    <a:pt x="2487" y="2802"/>
                  </a:cubicBezTo>
                  <a:cubicBezTo>
                    <a:pt x="2440" y="2405"/>
                    <a:pt x="2393" y="2008"/>
                    <a:pt x="2370" y="1611"/>
                  </a:cubicBezTo>
                  <a:cubicBezTo>
                    <a:pt x="2347" y="1320"/>
                    <a:pt x="2382" y="1039"/>
                    <a:pt x="2382" y="748"/>
                  </a:cubicBezTo>
                  <a:cubicBezTo>
                    <a:pt x="2370" y="503"/>
                    <a:pt x="2347" y="257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0">
              <a:extLst>
                <a:ext uri="{FF2B5EF4-FFF2-40B4-BE49-F238E27FC236}">
                  <a16:creationId xmlns:a16="http://schemas.microsoft.com/office/drawing/2014/main" xmlns="" id="{B1ABA285-0994-AA01-DCA1-E03C2DD2EFB2}"/>
                </a:ext>
              </a:extLst>
            </p:cNvPr>
            <p:cNvSpPr/>
            <p:nvPr/>
          </p:nvSpPr>
          <p:spPr>
            <a:xfrm>
              <a:off x="1530400" y="4245300"/>
              <a:ext cx="141250" cy="263000"/>
            </a:xfrm>
            <a:custGeom>
              <a:avLst/>
              <a:gdLst/>
              <a:ahLst/>
              <a:cxnLst/>
              <a:rect l="l" t="t" r="r" b="b"/>
              <a:pathLst>
                <a:path w="5650" h="10520" extrusionOk="0">
                  <a:moveTo>
                    <a:pt x="913" y="1"/>
                  </a:moveTo>
                  <a:cubicBezTo>
                    <a:pt x="783" y="1"/>
                    <a:pt x="654" y="9"/>
                    <a:pt x="525" y="25"/>
                  </a:cubicBezTo>
                  <a:cubicBezTo>
                    <a:pt x="339" y="49"/>
                    <a:pt x="152" y="107"/>
                    <a:pt x="105" y="317"/>
                  </a:cubicBezTo>
                  <a:cubicBezTo>
                    <a:pt x="47" y="562"/>
                    <a:pt x="24" y="807"/>
                    <a:pt x="12" y="1053"/>
                  </a:cubicBezTo>
                  <a:cubicBezTo>
                    <a:pt x="0" y="1286"/>
                    <a:pt x="12" y="1531"/>
                    <a:pt x="35" y="1765"/>
                  </a:cubicBezTo>
                  <a:cubicBezTo>
                    <a:pt x="70" y="2103"/>
                    <a:pt x="117" y="2430"/>
                    <a:pt x="175" y="2768"/>
                  </a:cubicBezTo>
                  <a:cubicBezTo>
                    <a:pt x="210" y="2955"/>
                    <a:pt x="269" y="3130"/>
                    <a:pt x="315" y="3317"/>
                  </a:cubicBezTo>
                  <a:cubicBezTo>
                    <a:pt x="409" y="3691"/>
                    <a:pt x="561" y="4052"/>
                    <a:pt x="771" y="4379"/>
                  </a:cubicBezTo>
                  <a:cubicBezTo>
                    <a:pt x="899" y="4601"/>
                    <a:pt x="1062" y="4800"/>
                    <a:pt x="1203" y="5010"/>
                  </a:cubicBezTo>
                  <a:cubicBezTo>
                    <a:pt x="1448" y="5336"/>
                    <a:pt x="1751" y="5640"/>
                    <a:pt x="2078" y="5885"/>
                  </a:cubicBezTo>
                  <a:cubicBezTo>
                    <a:pt x="2230" y="6014"/>
                    <a:pt x="2416" y="6095"/>
                    <a:pt x="2557" y="6224"/>
                  </a:cubicBezTo>
                  <a:cubicBezTo>
                    <a:pt x="2825" y="6445"/>
                    <a:pt x="3058" y="6702"/>
                    <a:pt x="3257" y="6994"/>
                  </a:cubicBezTo>
                  <a:cubicBezTo>
                    <a:pt x="3420" y="7251"/>
                    <a:pt x="3549" y="7543"/>
                    <a:pt x="3630" y="7834"/>
                  </a:cubicBezTo>
                  <a:cubicBezTo>
                    <a:pt x="3747" y="8231"/>
                    <a:pt x="3794" y="8628"/>
                    <a:pt x="3782" y="9025"/>
                  </a:cubicBezTo>
                  <a:cubicBezTo>
                    <a:pt x="3771" y="9329"/>
                    <a:pt x="3771" y="9632"/>
                    <a:pt x="3771" y="9936"/>
                  </a:cubicBezTo>
                  <a:lnTo>
                    <a:pt x="3771" y="10484"/>
                  </a:lnTo>
                  <a:lnTo>
                    <a:pt x="3817" y="10519"/>
                  </a:lnTo>
                  <a:cubicBezTo>
                    <a:pt x="3969" y="10391"/>
                    <a:pt x="4132" y="10286"/>
                    <a:pt x="4284" y="10157"/>
                  </a:cubicBezTo>
                  <a:cubicBezTo>
                    <a:pt x="4704" y="9819"/>
                    <a:pt x="5020" y="9375"/>
                    <a:pt x="5218" y="8885"/>
                  </a:cubicBezTo>
                  <a:cubicBezTo>
                    <a:pt x="5358" y="8547"/>
                    <a:pt x="5463" y="8196"/>
                    <a:pt x="5510" y="7834"/>
                  </a:cubicBezTo>
                  <a:cubicBezTo>
                    <a:pt x="5545" y="7601"/>
                    <a:pt x="5568" y="7368"/>
                    <a:pt x="5591" y="7134"/>
                  </a:cubicBezTo>
                  <a:cubicBezTo>
                    <a:pt x="5615" y="6842"/>
                    <a:pt x="5650" y="6550"/>
                    <a:pt x="5650" y="6259"/>
                  </a:cubicBezTo>
                  <a:cubicBezTo>
                    <a:pt x="5650" y="6037"/>
                    <a:pt x="5638" y="5827"/>
                    <a:pt x="5603" y="5605"/>
                  </a:cubicBezTo>
                  <a:cubicBezTo>
                    <a:pt x="5591" y="5336"/>
                    <a:pt x="5545" y="5068"/>
                    <a:pt x="5498" y="4800"/>
                  </a:cubicBezTo>
                  <a:cubicBezTo>
                    <a:pt x="5405" y="4426"/>
                    <a:pt x="5276" y="4064"/>
                    <a:pt x="5160" y="3714"/>
                  </a:cubicBezTo>
                  <a:cubicBezTo>
                    <a:pt x="4949" y="3142"/>
                    <a:pt x="4658" y="2617"/>
                    <a:pt x="4284" y="2150"/>
                  </a:cubicBezTo>
                  <a:cubicBezTo>
                    <a:pt x="3969" y="1753"/>
                    <a:pt x="3630" y="1368"/>
                    <a:pt x="3280" y="1018"/>
                  </a:cubicBezTo>
                  <a:cubicBezTo>
                    <a:pt x="3105" y="842"/>
                    <a:pt x="2907" y="691"/>
                    <a:pt x="2697" y="551"/>
                  </a:cubicBezTo>
                  <a:cubicBezTo>
                    <a:pt x="2451" y="364"/>
                    <a:pt x="2183" y="235"/>
                    <a:pt x="1891" y="154"/>
                  </a:cubicBezTo>
                  <a:cubicBezTo>
                    <a:pt x="1573" y="53"/>
                    <a:pt x="1242" y="1"/>
                    <a:pt x="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" name="Google Shape;255;p30">
            <a:extLst>
              <a:ext uri="{FF2B5EF4-FFF2-40B4-BE49-F238E27FC236}">
                <a16:creationId xmlns:a16="http://schemas.microsoft.com/office/drawing/2014/main" xmlns="" id="{5891AE76-D81F-0B6F-F585-8D3698842FC6}"/>
              </a:ext>
            </a:extLst>
          </p:cNvPr>
          <p:cNvSpPr/>
          <p:nvPr/>
        </p:nvSpPr>
        <p:spPr>
          <a:xfrm flipH="1">
            <a:off x="566766" y="186392"/>
            <a:ext cx="2286421" cy="1107918"/>
          </a:xfrm>
          <a:custGeom>
            <a:avLst/>
            <a:gdLst/>
            <a:ahLst/>
            <a:cxnLst/>
            <a:rect l="l" t="t" r="r" b="b"/>
            <a:pathLst>
              <a:path w="99931" h="48423" extrusionOk="0">
                <a:moveTo>
                  <a:pt x="66117" y="0"/>
                </a:moveTo>
                <a:cubicBezTo>
                  <a:pt x="65478" y="0"/>
                  <a:pt x="64837" y="16"/>
                  <a:pt x="64196" y="16"/>
                </a:cubicBezTo>
                <a:cubicBezTo>
                  <a:pt x="64092" y="16"/>
                  <a:pt x="63989" y="16"/>
                  <a:pt x="63885" y="15"/>
                </a:cubicBezTo>
                <a:cubicBezTo>
                  <a:pt x="63824" y="14"/>
                  <a:pt x="63763" y="14"/>
                  <a:pt x="63702" y="14"/>
                </a:cubicBezTo>
                <a:cubicBezTo>
                  <a:pt x="62058" y="14"/>
                  <a:pt x="60405" y="166"/>
                  <a:pt x="58784" y="458"/>
                </a:cubicBezTo>
                <a:cubicBezTo>
                  <a:pt x="56671" y="832"/>
                  <a:pt x="54570" y="1205"/>
                  <a:pt x="52492" y="1696"/>
                </a:cubicBezTo>
                <a:cubicBezTo>
                  <a:pt x="50613" y="2139"/>
                  <a:pt x="48746" y="2688"/>
                  <a:pt x="46913" y="3283"/>
                </a:cubicBezTo>
                <a:cubicBezTo>
                  <a:pt x="44742" y="3995"/>
                  <a:pt x="42606" y="4754"/>
                  <a:pt x="40493" y="5594"/>
                </a:cubicBezTo>
                <a:cubicBezTo>
                  <a:pt x="37668" y="6703"/>
                  <a:pt x="34890" y="7917"/>
                  <a:pt x="32088" y="9061"/>
                </a:cubicBezTo>
                <a:cubicBezTo>
                  <a:pt x="30501" y="9703"/>
                  <a:pt x="28902" y="10310"/>
                  <a:pt x="27291" y="10894"/>
                </a:cubicBezTo>
                <a:cubicBezTo>
                  <a:pt x="27120" y="10951"/>
                  <a:pt x="26941" y="10980"/>
                  <a:pt x="26763" y="10980"/>
                </a:cubicBezTo>
                <a:cubicBezTo>
                  <a:pt x="26614" y="10980"/>
                  <a:pt x="26466" y="10960"/>
                  <a:pt x="26322" y="10917"/>
                </a:cubicBezTo>
                <a:cubicBezTo>
                  <a:pt x="25552" y="10614"/>
                  <a:pt x="25342" y="9878"/>
                  <a:pt x="25855" y="9201"/>
                </a:cubicBezTo>
                <a:cubicBezTo>
                  <a:pt x="26381" y="8477"/>
                  <a:pt x="26987" y="7835"/>
                  <a:pt x="27665" y="7263"/>
                </a:cubicBezTo>
                <a:cubicBezTo>
                  <a:pt x="29240" y="5991"/>
                  <a:pt x="30898" y="4836"/>
                  <a:pt x="32497" y="3587"/>
                </a:cubicBezTo>
                <a:cubicBezTo>
                  <a:pt x="33151" y="3026"/>
                  <a:pt x="33781" y="2431"/>
                  <a:pt x="34376" y="1812"/>
                </a:cubicBezTo>
                <a:cubicBezTo>
                  <a:pt x="34598" y="1591"/>
                  <a:pt x="34738" y="1287"/>
                  <a:pt x="34551" y="984"/>
                </a:cubicBezTo>
                <a:cubicBezTo>
                  <a:pt x="34384" y="727"/>
                  <a:pt x="34133" y="662"/>
                  <a:pt x="33849" y="662"/>
                </a:cubicBezTo>
                <a:cubicBezTo>
                  <a:pt x="33796" y="662"/>
                  <a:pt x="33742" y="665"/>
                  <a:pt x="33688" y="668"/>
                </a:cubicBezTo>
                <a:cubicBezTo>
                  <a:pt x="32532" y="750"/>
                  <a:pt x="31388" y="984"/>
                  <a:pt x="30303" y="1392"/>
                </a:cubicBezTo>
                <a:cubicBezTo>
                  <a:pt x="28482" y="2011"/>
                  <a:pt x="26672" y="2688"/>
                  <a:pt x="24886" y="3411"/>
                </a:cubicBezTo>
                <a:cubicBezTo>
                  <a:pt x="22622" y="4345"/>
                  <a:pt x="20462" y="5501"/>
                  <a:pt x="18350" y="6750"/>
                </a:cubicBezTo>
                <a:cubicBezTo>
                  <a:pt x="15198" y="8618"/>
                  <a:pt x="12221" y="10742"/>
                  <a:pt x="9548" y="13252"/>
                </a:cubicBezTo>
                <a:cubicBezTo>
                  <a:pt x="8113" y="14629"/>
                  <a:pt x="6759" y="16076"/>
                  <a:pt x="5463" y="17582"/>
                </a:cubicBezTo>
                <a:cubicBezTo>
                  <a:pt x="3969" y="19333"/>
                  <a:pt x="2685" y="21259"/>
                  <a:pt x="1623" y="23302"/>
                </a:cubicBezTo>
                <a:cubicBezTo>
                  <a:pt x="514" y="25380"/>
                  <a:pt x="117" y="27621"/>
                  <a:pt x="23" y="29944"/>
                </a:cubicBezTo>
                <a:cubicBezTo>
                  <a:pt x="0" y="31018"/>
                  <a:pt x="152" y="32080"/>
                  <a:pt x="467" y="33095"/>
                </a:cubicBezTo>
                <a:cubicBezTo>
                  <a:pt x="887" y="34449"/>
                  <a:pt x="1704" y="35652"/>
                  <a:pt x="2813" y="36551"/>
                </a:cubicBezTo>
                <a:cubicBezTo>
                  <a:pt x="4284" y="37729"/>
                  <a:pt x="5988" y="38185"/>
                  <a:pt x="7821" y="38196"/>
                </a:cubicBezTo>
                <a:cubicBezTo>
                  <a:pt x="9350" y="38185"/>
                  <a:pt x="10856" y="37928"/>
                  <a:pt x="12291" y="37426"/>
                </a:cubicBezTo>
                <a:cubicBezTo>
                  <a:pt x="14381" y="36726"/>
                  <a:pt x="16319" y="35745"/>
                  <a:pt x="18023" y="34356"/>
                </a:cubicBezTo>
                <a:cubicBezTo>
                  <a:pt x="19330" y="33282"/>
                  <a:pt x="20579" y="32138"/>
                  <a:pt x="21886" y="31088"/>
                </a:cubicBezTo>
                <a:cubicBezTo>
                  <a:pt x="24244" y="29220"/>
                  <a:pt x="26766" y="27574"/>
                  <a:pt x="29427" y="26197"/>
                </a:cubicBezTo>
                <a:cubicBezTo>
                  <a:pt x="31563" y="25076"/>
                  <a:pt x="33793" y="24142"/>
                  <a:pt x="36081" y="23419"/>
                </a:cubicBezTo>
                <a:cubicBezTo>
                  <a:pt x="38158" y="22765"/>
                  <a:pt x="40306" y="22321"/>
                  <a:pt x="42466" y="22111"/>
                </a:cubicBezTo>
                <a:cubicBezTo>
                  <a:pt x="43633" y="22006"/>
                  <a:pt x="44812" y="21995"/>
                  <a:pt x="45979" y="21960"/>
                </a:cubicBezTo>
                <a:cubicBezTo>
                  <a:pt x="46015" y="21959"/>
                  <a:pt x="46051" y="21958"/>
                  <a:pt x="46086" y="21958"/>
                </a:cubicBezTo>
                <a:cubicBezTo>
                  <a:pt x="46519" y="21958"/>
                  <a:pt x="46960" y="22019"/>
                  <a:pt x="47391" y="22030"/>
                </a:cubicBezTo>
                <a:cubicBezTo>
                  <a:pt x="48174" y="22053"/>
                  <a:pt x="48956" y="22041"/>
                  <a:pt x="49726" y="22076"/>
                </a:cubicBezTo>
                <a:cubicBezTo>
                  <a:pt x="50952" y="22146"/>
                  <a:pt x="52166" y="22181"/>
                  <a:pt x="53380" y="22333"/>
                </a:cubicBezTo>
                <a:cubicBezTo>
                  <a:pt x="54955" y="22520"/>
                  <a:pt x="56543" y="22765"/>
                  <a:pt x="58119" y="23057"/>
                </a:cubicBezTo>
                <a:cubicBezTo>
                  <a:pt x="59543" y="23337"/>
                  <a:pt x="60955" y="23757"/>
                  <a:pt x="62239" y="24458"/>
                </a:cubicBezTo>
                <a:cubicBezTo>
                  <a:pt x="63348" y="25053"/>
                  <a:pt x="64387" y="25777"/>
                  <a:pt x="65461" y="26454"/>
                </a:cubicBezTo>
                <a:cubicBezTo>
                  <a:pt x="66395" y="27026"/>
                  <a:pt x="67305" y="27633"/>
                  <a:pt x="68414" y="27843"/>
                </a:cubicBezTo>
                <a:cubicBezTo>
                  <a:pt x="68502" y="27858"/>
                  <a:pt x="68590" y="27866"/>
                  <a:pt x="68677" y="27866"/>
                </a:cubicBezTo>
                <a:cubicBezTo>
                  <a:pt x="69572" y="27866"/>
                  <a:pt x="70374" y="27080"/>
                  <a:pt x="70118" y="26197"/>
                </a:cubicBezTo>
                <a:cubicBezTo>
                  <a:pt x="69978" y="25765"/>
                  <a:pt x="69733" y="25368"/>
                  <a:pt x="69418" y="25041"/>
                </a:cubicBezTo>
                <a:cubicBezTo>
                  <a:pt x="68391" y="23874"/>
                  <a:pt x="67002" y="23290"/>
                  <a:pt x="65566" y="22788"/>
                </a:cubicBezTo>
                <a:cubicBezTo>
                  <a:pt x="64971" y="22567"/>
                  <a:pt x="64399" y="22298"/>
                  <a:pt x="63862" y="21960"/>
                </a:cubicBezTo>
                <a:cubicBezTo>
                  <a:pt x="63523" y="21761"/>
                  <a:pt x="63558" y="21469"/>
                  <a:pt x="63897" y="21329"/>
                </a:cubicBezTo>
                <a:cubicBezTo>
                  <a:pt x="64156" y="21219"/>
                  <a:pt x="64442" y="21161"/>
                  <a:pt x="64731" y="21161"/>
                </a:cubicBezTo>
                <a:cubicBezTo>
                  <a:pt x="64780" y="21161"/>
                  <a:pt x="64828" y="21162"/>
                  <a:pt x="64877" y="21166"/>
                </a:cubicBezTo>
                <a:cubicBezTo>
                  <a:pt x="66418" y="21283"/>
                  <a:pt x="67830" y="21866"/>
                  <a:pt x="69161" y="22602"/>
                </a:cubicBezTo>
                <a:cubicBezTo>
                  <a:pt x="70352" y="23244"/>
                  <a:pt x="71496" y="23956"/>
                  <a:pt x="72628" y="24679"/>
                </a:cubicBezTo>
                <a:cubicBezTo>
                  <a:pt x="74834" y="26092"/>
                  <a:pt x="77017" y="27527"/>
                  <a:pt x="78955" y="29302"/>
                </a:cubicBezTo>
                <a:cubicBezTo>
                  <a:pt x="80694" y="30878"/>
                  <a:pt x="82223" y="32675"/>
                  <a:pt x="83484" y="34648"/>
                </a:cubicBezTo>
                <a:cubicBezTo>
                  <a:pt x="85188" y="37368"/>
                  <a:pt x="86425" y="40286"/>
                  <a:pt x="87698" y="43204"/>
                </a:cubicBezTo>
                <a:cubicBezTo>
                  <a:pt x="88059" y="44033"/>
                  <a:pt x="88491" y="44838"/>
                  <a:pt x="88993" y="45609"/>
                </a:cubicBezTo>
                <a:cubicBezTo>
                  <a:pt x="89256" y="45993"/>
                  <a:pt x="89586" y="46146"/>
                  <a:pt x="89907" y="46146"/>
                </a:cubicBezTo>
                <a:cubicBezTo>
                  <a:pt x="90387" y="46146"/>
                  <a:pt x="90847" y="45806"/>
                  <a:pt x="91036" y="45387"/>
                </a:cubicBezTo>
                <a:cubicBezTo>
                  <a:pt x="91374" y="44651"/>
                  <a:pt x="91316" y="43881"/>
                  <a:pt x="91223" y="43111"/>
                </a:cubicBezTo>
                <a:cubicBezTo>
                  <a:pt x="91036" y="41523"/>
                  <a:pt x="90499" y="40006"/>
                  <a:pt x="89635" y="38652"/>
                </a:cubicBezTo>
                <a:cubicBezTo>
                  <a:pt x="88783" y="37309"/>
                  <a:pt x="87803" y="36072"/>
                  <a:pt x="86892" y="34753"/>
                </a:cubicBezTo>
                <a:cubicBezTo>
                  <a:pt x="86495" y="34169"/>
                  <a:pt x="86133" y="33562"/>
                  <a:pt x="85795" y="32932"/>
                </a:cubicBezTo>
                <a:cubicBezTo>
                  <a:pt x="85631" y="32640"/>
                  <a:pt x="85491" y="32302"/>
                  <a:pt x="85830" y="32010"/>
                </a:cubicBezTo>
                <a:cubicBezTo>
                  <a:pt x="85953" y="31899"/>
                  <a:pt x="86075" y="31858"/>
                  <a:pt x="86194" y="31858"/>
                </a:cubicBezTo>
                <a:cubicBezTo>
                  <a:pt x="86403" y="31858"/>
                  <a:pt x="86606" y="31983"/>
                  <a:pt x="86799" y="32080"/>
                </a:cubicBezTo>
                <a:cubicBezTo>
                  <a:pt x="87674" y="32512"/>
                  <a:pt x="88340" y="33212"/>
                  <a:pt x="88958" y="33924"/>
                </a:cubicBezTo>
                <a:cubicBezTo>
                  <a:pt x="90546" y="35757"/>
                  <a:pt x="91725" y="37846"/>
                  <a:pt x="92729" y="40029"/>
                </a:cubicBezTo>
                <a:cubicBezTo>
                  <a:pt x="93627" y="42013"/>
                  <a:pt x="94503" y="44009"/>
                  <a:pt x="95448" y="45970"/>
                </a:cubicBezTo>
                <a:cubicBezTo>
                  <a:pt x="95798" y="46647"/>
                  <a:pt x="96230" y="47278"/>
                  <a:pt x="96744" y="47838"/>
                </a:cubicBezTo>
                <a:cubicBezTo>
                  <a:pt x="97027" y="48216"/>
                  <a:pt x="97468" y="48423"/>
                  <a:pt x="97922" y="48423"/>
                </a:cubicBezTo>
                <a:cubicBezTo>
                  <a:pt x="98086" y="48423"/>
                  <a:pt x="98252" y="48396"/>
                  <a:pt x="98413" y="48340"/>
                </a:cubicBezTo>
                <a:cubicBezTo>
                  <a:pt x="99219" y="48095"/>
                  <a:pt x="99475" y="47406"/>
                  <a:pt x="99650" y="46694"/>
                </a:cubicBezTo>
                <a:cubicBezTo>
                  <a:pt x="99931" y="45574"/>
                  <a:pt x="99919" y="44441"/>
                  <a:pt x="99837" y="43286"/>
                </a:cubicBezTo>
                <a:cubicBezTo>
                  <a:pt x="99744" y="41955"/>
                  <a:pt x="99534" y="40624"/>
                  <a:pt x="99230" y="39329"/>
                </a:cubicBezTo>
                <a:cubicBezTo>
                  <a:pt x="98845" y="37613"/>
                  <a:pt x="98296" y="35944"/>
                  <a:pt x="97584" y="34333"/>
                </a:cubicBezTo>
                <a:cubicBezTo>
                  <a:pt x="97223" y="33516"/>
                  <a:pt x="96767" y="32745"/>
                  <a:pt x="96464" y="31916"/>
                </a:cubicBezTo>
                <a:cubicBezTo>
                  <a:pt x="95962" y="30562"/>
                  <a:pt x="95542" y="29173"/>
                  <a:pt x="95110" y="27796"/>
                </a:cubicBezTo>
                <a:cubicBezTo>
                  <a:pt x="94479" y="25765"/>
                  <a:pt x="93931" y="23710"/>
                  <a:pt x="93207" y="21703"/>
                </a:cubicBezTo>
                <a:cubicBezTo>
                  <a:pt x="92542" y="19835"/>
                  <a:pt x="91783" y="17991"/>
                  <a:pt x="90943" y="16205"/>
                </a:cubicBezTo>
                <a:cubicBezTo>
                  <a:pt x="90277" y="14851"/>
                  <a:pt x="89530" y="13543"/>
                  <a:pt x="88701" y="12294"/>
                </a:cubicBezTo>
                <a:cubicBezTo>
                  <a:pt x="87347" y="10182"/>
                  <a:pt x="85701" y="8279"/>
                  <a:pt x="83799" y="6645"/>
                </a:cubicBezTo>
                <a:cubicBezTo>
                  <a:pt x="81791" y="4917"/>
                  <a:pt x="79550" y="3505"/>
                  <a:pt x="77134" y="2419"/>
                </a:cubicBezTo>
                <a:cubicBezTo>
                  <a:pt x="74145" y="1077"/>
                  <a:pt x="70959" y="271"/>
                  <a:pt x="67690" y="50"/>
                </a:cubicBezTo>
                <a:cubicBezTo>
                  <a:pt x="67168" y="11"/>
                  <a:pt x="66643" y="0"/>
                  <a:pt x="6611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0">
            <a:extLst>
              <a:ext uri="{FF2B5EF4-FFF2-40B4-BE49-F238E27FC236}">
                <a16:creationId xmlns:a16="http://schemas.microsoft.com/office/drawing/2014/main" xmlns="" id="{FF32A08F-EDD9-9F60-5A35-CBE5C14E5B8D}"/>
              </a:ext>
            </a:extLst>
          </p:cNvPr>
          <p:cNvSpPr/>
          <p:nvPr/>
        </p:nvSpPr>
        <p:spPr>
          <a:xfrm rot="-5400000" flipH="1">
            <a:off x="7540074" y="3891037"/>
            <a:ext cx="2123739" cy="1053969"/>
          </a:xfrm>
          <a:custGeom>
            <a:avLst/>
            <a:gdLst/>
            <a:ahLst/>
            <a:cxnLst/>
            <a:rect l="l" t="t" r="r" b="b"/>
            <a:pathLst>
              <a:path w="83064" h="41223" extrusionOk="0">
                <a:moveTo>
                  <a:pt x="1958" y="1"/>
                </a:moveTo>
                <a:cubicBezTo>
                  <a:pt x="1411" y="1"/>
                  <a:pt x="865" y="223"/>
                  <a:pt x="467" y="671"/>
                </a:cubicBezTo>
                <a:cubicBezTo>
                  <a:pt x="23" y="1185"/>
                  <a:pt x="0" y="1780"/>
                  <a:pt x="58" y="2387"/>
                </a:cubicBezTo>
                <a:cubicBezTo>
                  <a:pt x="175" y="3391"/>
                  <a:pt x="665" y="4255"/>
                  <a:pt x="1191" y="5095"/>
                </a:cubicBezTo>
                <a:cubicBezTo>
                  <a:pt x="2533" y="7197"/>
                  <a:pt x="4121" y="9146"/>
                  <a:pt x="5906" y="10897"/>
                </a:cubicBezTo>
                <a:cubicBezTo>
                  <a:pt x="6840" y="11819"/>
                  <a:pt x="7832" y="12683"/>
                  <a:pt x="8825" y="13547"/>
                </a:cubicBezTo>
                <a:cubicBezTo>
                  <a:pt x="10821" y="15227"/>
                  <a:pt x="12933" y="16780"/>
                  <a:pt x="15140" y="18181"/>
                </a:cubicBezTo>
                <a:cubicBezTo>
                  <a:pt x="17719" y="19838"/>
                  <a:pt x="20451" y="21216"/>
                  <a:pt x="23171" y="22605"/>
                </a:cubicBezTo>
                <a:cubicBezTo>
                  <a:pt x="24968" y="23538"/>
                  <a:pt x="26766" y="24461"/>
                  <a:pt x="28540" y="25429"/>
                </a:cubicBezTo>
                <a:cubicBezTo>
                  <a:pt x="29112" y="25745"/>
                  <a:pt x="29602" y="26176"/>
                  <a:pt x="30081" y="26620"/>
                </a:cubicBezTo>
                <a:cubicBezTo>
                  <a:pt x="30221" y="26783"/>
                  <a:pt x="30268" y="27017"/>
                  <a:pt x="30209" y="27227"/>
                </a:cubicBezTo>
                <a:cubicBezTo>
                  <a:pt x="30127" y="27402"/>
                  <a:pt x="29859" y="27542"/>
                  <a:pt x="29649" y="27589"/>
                </a:cubicBezTo>
                <a:cubicBezTo>
                  <a:pt x="29582" y="27596"/>
                  <a:pt x="29514" y="27600"/>
                  <a:pt x="29445" y="27600"/>
                </a:cubicBezTo>
                <a:cubicBezTo>
                  <a:pt x="29287" y="27600"/>
                  <a:pt x="29127" y="27579"/>
                  <a:pt x="28972" y="27531"/>
                </a:cubicBezTo>
                <a:cubicBezTo>
                  <a:pt x="28575" y="27437"/>
                  <a:pt x="28190" y="27297"/>
                  <a:pt x="27793" y="27204"/>
                </a:cubicBezTo>
                <a:cubicBezTo>
                  <a:pt x="27428" y="27131"/>
                  <a:pt x="27068" y="27029"/>
                  <a:pt x="26695" y="27029"/>
                </a:cubicBezTo>
                <a:cubicBezTo>
                  <a:pt x="26531" y="27029"/>
                  <a:pt x="26364" y="27049"/>
                  <a:pt x="26194" y="27099"/>
                </a:cubicBezTo>
                <a:cubicBezTo>
                  <a:pt x="25598" y="27285"/>
                  <a:pt x="25237" y="27752"/>
                  <a:pt x="25435" y="28336"/>
                </a:cubicBezTo>
                <a:cubicBezTo>
                  <a:pt x="25587" y="28756"/>
                  <a:pt x="25820" y="29141"/>
                  <a:pt x="26124" y="29468"/>
                </a:cubicBezTo>
                <a:cubicBezTo>
                  <a:pt x="27279" y="30659"/>
                  <a:pt x="28703" y="31453"/>
                  <a:pt x="30268" y="31955"/>
                </a:cubicBezTo>
                <a:cubicBezTo>
                  <a:pt x="32240" y="32597"/>
                  <a:pt x="34260" y="33122"/>
                  <a:pt x="36256" y="33717"/>
                </a:cubicBezTo>
                <a:cubicBezTo>
                  <a:pt x="37108" y="33974"/>
                  <a:pt x="37948" y="34277"/>
                  <a:pt x="38684" y="34814"/>
                </a:cubicBezTo>
                <a:cubicBezTo>
                  <a:pt x="39174" y="35188"/>
                  <a:pt x="39197" y="35772"/>
                  <a:pt x="38684" y="36110"/>
                </a:cubicBezTo>
                <a:cubicBezTo>
                  <a:pt x="38322" y="36344"/>
                  <a:pt x="37925" y="36519"/>
                  <a:pt x="37505" y="36624"/>
                </a:cubicBezTo>
                <a:cubicBezTo>
                  <a:pt x="36862" y="36788"/>
                  <a:pt x="36214" y="36848"/>
                  <a:pt x="35560" y="36848"/>
                </a:cubicBezTo>
                <a:cubicBezTo>
                  <a:pt x="35241" y="36848"/>
                  <a:pt x="34920" y="36833"/>
                  <a:pt x="34598" y="36810"/>
                </a:cubicBezTo>
                <a:cubicBezTo>
                  <a:pt x="33081" y="36717"/>
                  <a:pt x="31587" y="36425"/>
                  <a:pt x="30139" y="35947"/>
                </a:cubicBezTo>
                <a:cubicBezTo>
                  <a:pt x="27921" y="35188"/>
                  <a:pt x="25703" y="34406"/>
                  <a:pt x="23521" y="33542"/>
                </a:cubicBezTo>
                <a:cubicBezTo>
                  <a:pt x="21922" y="32912"/>
                  <a:pt x="20381" y="32141"/>
                  <a:pt x="18828" y="31406"/>
                </a:cubicBezTo>
                <a:cubicBezTo>
                  <a:pt x="18268" y="31149"/>
                  <a:pt x="17766" y="30787"/>
                  <a:pt x="17194" y="30589"/>
                </a:cubicBezTo>
                <a:cubicBezTo>
                  <a:pt x="16991" y="30519"/>
                  <a:pt x="16792" y="30485"/>
                  <a:pt x="16606" y="30485"/>
                </a:cubicBezTo>
                <a:cubicBezTo>
                  <a:pt x="15895" y="30485"/>
                  <a:pt x="15362" y="30982"/>
                  <a:pt x="15408" y="31861"/>
                </a:cubicBezTo>
                <a:cubicBezTo>
                  <a:pt x="15420" y="32176"/>
                  <a:pt x="15502" y="32503"/>
                  <a:pt x="15642" y="32795"/>
                </a:cubicBezTo>
                <a:cubicBezTo>
                  <a:pt x="16062" y="33740"/>
                  <a:pt x="16809" y="34429"/>
                  <a:pt x="17673" y="34943"/>
                </a:cubicBezTo>
                <a:cubicBezTo>
                  <a:pt x="18758" y="35608"/>
                  <a:pt x="19890" y="36215"/>
                  <a:pt x="21034" y="36775"/>
                </a:cubicBezTo>
                <a:cubicBezTo>
                  <a:pt x="23439" y="37931"/>
                  <a:pt x="25937" y="38853"/>
                  <a:pt x="28517" y="39530"/>
                </a:cubicBezTo>
                <a:cubicBezTo>
                  <a:pt x="30513" y="40067"/>
                  <a:pt x="32544" y="40487"/>
                  <a:pt x="34563" y="40919"/>
                </a:cubicBezTo>
                <a:cubicBezTo>
                  <a:pt x="35287" y="41094"/>
                  <a:pt x="36034" y="41199"/>
                  <a:pt x="36781" y="41211"/>
                </a:cubicBezTo>
                <a:cubicBezTo>
                  <a:pt x="52072" y="41223"/>
                  <a:pt x="67375" y="41223"/>
                  <a:pt x="82667" y="41223"/>
                </a:cubicBezTo>
                <a:lnTo>
                  <a:pt x="83063" y="41223"/>
                </a:lnTo>
                <a:lnTo>
                  <a:pt x="83063" y="13967"/>
                </a:lnTo>
                <a:cubicBezTo>
                  <a:pt x="81908" y="14200"/>
                  <a:pt x="80799" y="14375"/>
                  <a:pt x="79690" y="14644"/>
                </a:cubicBezTo>
                <a:cubicBezTo>
                  <a:pt x="77846" y="15076"/>
                  <a:pt x="76013" y="15531"/>
                  <a:pt x="74192" y="16033"/>
                </a:cubicBezTo>
                <a:cubicBezTo>
                  <a:pt x="72219" y="16558"/>
                  <a:pt x="70247" y="17130"/>
                  <a:pt x="68286" y="17702"/>
                </a:cubicBezTo>
                <a:cubicBezTo>
                  <a:pt x="66430" y="18251"/>
                  <a:pt x="64585" y="18846"/>
                  <a:pt x="62730" y="19383"/>
                </a:cubicBezTo>
                <a:cubicBezTo>
                  <a:pt x="60920" y="19920"/>
                  <a:pt x="59088" y="20410"/>
                  <a:pt x="57278" y="20924"/>
                </a:cubicBezTo>
                <a:cubicBezTo>
                  <a:pt x="55796" y="21344"/>
                  <a:pt x="54278" y="21577"/>
                  <a:pt x="52749" y="21589"/>
                </a:cubicBezTo>
                <a:cubicBezTo>
                  <a:pt x="52598" y="21593"/>
                  <a:pt x="52446" y="21594"/>
                  <a:pt x="52295" y="21594"/>
                </a:cubicBezTo>
                <a:cubicBezTo>
                  <a:pt x="50941" y="21594"/>
                  <a:pt x="49588" y="21455"/>
                  <a:pt x="48255" y="21192"/>
                </a:cubicBezTo>
                <a:cubicBezTo>
                  <a:pt x="46703" y="20877"/>
                  <a:pt x="45150" y="20527"/>
                  <a:pt x="43598" y="20188"/>
                </a:cubicBezTo>
                <a:cubicBezTo>
                  <a:pt x="42839" y="20025"/>
                  <a:pt x="42080" y="19815"/>
                  <a:pt x="41310" y="19721"/>
                </a:cubicBezTo>
                <a:cubicBezTo>
                  <a:pt x="41236" y="19713"/>
                  <a:pt x="41162" y="19709"/>
                  <a:pt x="41090" y="19709"/>
                </a:cubicBezTo>
                <a:cubicBezTo>
                  <a:pt x="40278" y="19709"/>
                  <a:pt x="39629" y="20244"/>
                  <a:pt x="39758" y="21134"/>
                </a:cubicBezTo>
                <a:cubicBezTo>
                  <a:pt x="39851" y="21647"/>
                  <a:pt x="40213" y="21928"/>
                  <a:pt x="40633" y="22173"/>
                </a:cubicBezTo>
                <a:cubicBezTo>
                  <a:pt x="41088" y="22395"/>
                  <a:pt x="41520" y="22663"/>
                  <a:pt x="41929" y="22955"/>
                </a:cubicBezTo>
                <a:cubicBezTo>
                  <a:pt x="42255" y="23223"/>
                  <a:pt x="42255" y="23620"/>
                  <a:pt x="41929" y="23889"/>
                </a:cubicBezTo>
                <a:cubicBezTo>
                  <a:pt x="41532" y="24215"/>
                  <a:pt x="41088" y="24484"/>
                  <a:pt x="40610" y="24671"/>
                </a:cubicBezTo>
                <a:cubicBezTo>
                  <a:pt x="39805" y="24960"/>
                  <a:pt x="38980" y="25081"/>
                  <a:pt x="38137" y="25081"/>
                </a:cubicBezTo>
                <a:cubicBezTo>
                  <a:pt x="37720" y="25081"/>
                  <a:pt x="37299" y="25052"/>
                  <a:pt x="36874" y="24998"/>
                </a:cubicBezTo>
                <a:cubicBezTo>
                  <a:pt x="35812" y="24869"/>
                  <a:pt x="34762" y="24706"/>
                  <a:pt x="33793" y="24286"/>
                </a:cubicBezTo>
                <a:cubicBezTo>
                  <a:pt x="31295" y="23223"/>
                  <a:pt x="28820" y="22138"/>
                  <a:pt x="26392" y="20947"/>
                </a:cubicBezTo>
                <a:cubicBezTo>
                  <a:pt x="24606" y="20083"/>
                  <a:pt x="22879" y="19091"/>
                  <a:pt x="21174" y="18064"/>
                </a:cubicBezTo>
                <a:cubicBezTo>
                  <a:pt x="18070" y="16208"/>
                  <a:pt x="15210" y="13990"/>
                  <a:pt x="12630" y="11457"/>
                </a:cubicBezTo>
                <a:cubicBezTo>
                  <a:pt x="11533" y="10383"/>
                  <a:pt x="10471" y="9274"/>
                  <a:pt x="9455" y="8119"/>
                </a:cubicBezTo>
                <a:cubicBezTo>
                  <a:pt x="8229" y="6753"/>
                  <a:pt x="7062" y="5341"/>
                  <a:pt x="5918" y="3916"/>
                </a:cubicBezTo>
                <a:cubicBezTo>
                  <a:pt x="5089" y="2889"/>
                  <a:pt x="4354" y="1792"/>
                  <a:pt x="3549" y="776"/>
                </a:cubicBezTo>
                <a:cubicBezTo>
                  <a:pt x="3142" y="261"/>
                  <a:pt x="2550" y="1"/>
                  <a:pt x="195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695156669"/>
      </p:ext>
    </p:extLst>
  </p:cSld>
  <p:clrMapOvr>
    <a:masterClrMapping/>
  </p:clrMapOvr>
</p:sld>
</file>

<file path=ppt/theme/theme1.xml><?xml version="1.0" encoding="utf-8"?>
<a:theme xmlns:a="http://schemas.openxmlformats.org/drawingml/2006/main" name="Coffee Color Palette Agency">
  <a:themeElements>
    <a:clrScheme name="Simple Light">
      <a:dk1>
        <a:srgbClr val="471E0D"/>
      </a:dk1>
      <a:lt1>
        <a:srgbClr val="ECD4C3"/>
      </a:lt1>
      <a:dk2>
        <a:srgbClr val="100504"/>
      </a:dk2>
      <a:lt2>
        <a:srgbClr val="733D24"/>
      </a:lt2>
      <a:accent1>
        <a:srgbClr val="B7715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0050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331</Words>
  <Application>Microsoft Office PowerPoint</Application>
  <PresentationFormat>On-screen Show (16:9)</PresentationFormat>
  <Paragraphs>94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Yusei Magic</vt:lpstr>
      <vt:lpstr>DM Sans Medium</vt:lpstr>
      <vt:lpstr>Raleway</vt:lpstr>
      <vt:lpstr>Nunito Light</vt:lpstr>
      <vt:lpstr>Bebas Neue</vt:lpstr>
      <vt:lpstr>Coffee Color Palette Agency</vt:lpstr>
      <vt:lpstr>Comfy Cozy Cafe</vt:lpstr>
      <vt:lpstr>Table of contents</vt:lpstr>
      <vt:lpstr>Project Description</vt:lpstr>
      <vt:lpstr>Description</vt:lpstr>
      <vt:lpstr>Description</vt:lpstr>
      <vt:lpstr>Description </vt:lpstr>
      <vt:lpstr>Description</vt:lpstr>
      <vt:lpstr>02</vt:lpstr>
      <vt:lpstr>Features</vt:lpstr>
      <vt:lpstr>Features</vt:lpstr>
      <vt:lpstr>Features</vt:lpstr>
      <vt:lpstr>Features</vt:lpstr>
      <vt:lpstr>Features</vt:lpstr>
      <vt:lpstr>Features</vt:lpstr>
      <vt:lpstr>Features</vt:lpstr>
      <vt:lpstr>03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Comfy Cozy Cafe</dc:title>
  <dc:creator>kiara bartuccio</dc:creator>
  <cp:lastModifiedBy>User11</cp:lastModifiedBy>
  <cp:revision>12</cp:revision>
  <dcterms:modified xsi:type="dcterms:W3CDTF">2025-12-11T15:49:45Z</dcterms:modified>
</cp:coreProperties>
</file>