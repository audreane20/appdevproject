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20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72" r:id="rId10"/>
    <p:sldId id="296" r:id="rId11"/>
    <p:sldId id="297" r:id="rId12"/>
    <p:sldId id="298" r:id="rId13"/>
    <p:sldId id="299" r:id="rId14"/>
    <p:sldId id="300" r:id="rId15"/>
    <p:sldId id="301" r:id="rId16"/>
    <p:sldId id="304" r:id="rId17"/>
    <p:sldId id="303" r:id="rId18"/>
    <p:sldId id="302" r:id="rId19"/>
  </p:sldIdLst>
  <p:sldSz cx="9144000" cy="5143500" type="screen16x9"/>
  <p:notesSz cx="6858000" cy="9144000"/>
  <p:embeddedFontLst>
    <p:embeddedFont>
      <p:font typeface="Yusei Magic" panose="020B0604020202020204" charset="-128"/>
      <p:regular r:id="rId21"/>
    </p:embeddedFont>
    <p:embeddedFont>
      <p:font typeface="Bebas Neue" panose="020B0606020202050201" pitchFamily="34" charset="0"/>
      <p:regular r:id="rId22"/>
    </p:embeddedFont>
    <p:embeddedFont>
      <p:font typeface="DM Sans Medium" pitchFamily="2" charset="0"/>
      <p:regular r:id="rId23"/>
      <p:bold r:id="rId24"/>
      <p:italic r:id="rId25"/>
      <p:boldItalic r:id="rId26"/>
    </p:embeddedFont>
    <p:embeddedFont>
      <p:font typeface="Nunito Light" pitchFamily="2" charset="0"/>
      <p:regular r:id="rId27"/>
      <p:italic r:id="rId28"/>
    </p:embeddedFont>
    <p:embeddedFont>
      <p:font typeface="Raleway" pitchFamily="2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63735B6-2188-40EB-ACAD-2C284D7E6D66}">
  <a:tblStyle styleId="{E63735B6-2188-40EB-ACAD-2C284D7E6D6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862209F-E32E-4E49-8F8E-0F2A34C8F5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dreane Deschenes" userId="23aa82a02f6ee89b" providerId="LiveId" clId="{6C83BED0-3AB7-417E-AB86-80F74B7F3F60}"/>
    <pc:docChg chg="custSel addSld delSld modSld">
      <pc:chgData name="Audreane Deschenes" userId="23aa82a02f6ee89b" providerId="LiveId" clId="{6C83BED0-3AB7-417E-AB86-80F74B7F3F60}" dt="2025-12-11T08:25:12.756" v="3" actId="2696"/>
      <pc:docMkLst>
        <pc:docMk/>
      </pc:docMkLst>
      <pc:sldChg chg="delSp modSp add del mod">
        <pc:chgData name="Audreane Deschenes" userId="23aa82a02f6ee89b" providerId="LiveId" clId="{6C83BED0-3AB7-417E-AB86-80F74B7F3F60}" dt="2025-12-11T08:25:12.756" v="3" actId="2696"/>
        <pc:sldMkLst>
          <pc:docMk/>
          <pc:sldMk cId="3613149469" sldId="304"/>
        </pc:sldMkLst>
        <pc:picChg chg="del mod">
          <ac:chgData name="Audreane Deschenes" userId="23aa82a02f6ee89b" providerId="LiveId" clId="{6C83BED0-3AB7-417E-AB86-80F74B7F3F60}" dt="2025-12-11T08:24:54.531" v="2" actId="478"/>
          <ac:picMkLst>
            <pc:docMk/>
            <pc:sldMk cId="3613149469" sldId="304"/>
            <ac:picMk id="3" creationId="{3ADE4781-62F6-D8BE-A8B0-CB0A7A8B508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30a95a04d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30a95a04d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1ff18b49f31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1ff18b49f31_1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125d80b419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125d80b419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1125d80b419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1125d80b419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125d80b419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125d80b419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1125d80b419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1125d80b419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1B7FF502-B8A4-E63A-D57C-24C888FE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47005946-C2E3-0686-B145-596813D90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A63786EF-4265-B25F-54B7-37E19DF8D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9046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71749BEE-83B9-95FB-979D-1F34E3642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271E5404-CC2B-9206-E649-655B8C983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21B8C2F6-DD52-B3AA-9E3B-8C2E0FA45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47623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A22B913-F0EB-5790-3C57-47D0BB90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0E25CB9B-6FA4-5E81-A950-24F813B21B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4B6EBD0-7869-E364-E4DA-FC01D0109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4519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4C1DCF68-6333-2B3A-0806-63D411287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E71F15D-262D-FA7F-47F2-E0967AA404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7688229-7A11-7DBD-2071-DB33B4EC0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8231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74378C8-8ED1-224A-A70A-AA739874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B2C73D81-F1BE-63F0-9532-46AEB231BD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0CA2047D-97D4-5760-BC53-49116E80C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22816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C0D4B9FF-72F4-9F9F-C2FA-7C64C82F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BDFF6EA-200C-3795-C724-A6341509A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C5751B9B-836C-3776-5719-45ECAB08AB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48665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C0D4B9FF-72F4-9F9F-C2FA-7C64C82F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BDFF6EA-200C-3795-C724-A6341509A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C5751B9B-836C-3776-5719-45ECAB08AB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26695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F89DE483-D03E-0A2F-2D21-A14416169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>
            <a:extLst>
              <a:ext uri="{FF2B5EF4-FFF2-40B4-BE49-F238E27FC236}">
                <a16:creationId xmlns:a16="http://schemas.microsoft.com/office/drawing/2014/main" id="{7C040D7C-D1D4-7061-9B92-97FFD97E4E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>
            <a:extLst>
              <a:ext uri="{FF2B5EF4-FFF2-40B4-BE49-F238E27FC236}">
                <a16:creationId xmlns:a16="http://schemas.microsoft.com/office/drawing/2014/main" id="{D6A8EBEC-5C21-5332-436A-5DE85E3058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94603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9B947317-0C65-F1CE-C4B7-A039BDC63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>
            <a:extLst>
              <a:ext uri="{FF2B5EF4-FFF2-40B4-BE49-F238E27FC236}">
                <a16:creationId xmlns:a16="http://schemas.microsoft.com/office/drawing/2014/main" id="{CC2D845C-D897-92B6-B335-711AA8FA39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>
            <a:extLst>
              <a:ext uri="{FF2B5EF4-FFF2-40B4-BE49-F238E27FC236}">
                <a16:creationId xmlns:a16="http://schemas.microsoft.com/office/drawing/2014/main" id="{3BDBE669-0836-4F29-9AF0-12C803E1BA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0978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" name="Google Shape;15;p3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1"/>
          </p:nvPr>
        </p:nvSpPr>
        <p:spPr>
          <a:xfrm>
            <a:off x="720000" y="1547575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5631000" y="0"/>
            <a:ext cx="3513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38" name="Google Shape;38;p7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241425" y="129310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241475" y="216860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653900" y="135057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5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653900" y="3048001"/>
            <a:ext cx="5836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0" name="Google Shape;50;p11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title" idx="2" hasCustomPrompt="1"/>
          </p:nvPr>
        </p:nvSpPr>
        <p:spPr>
          <a:xfrm>
            <a:off x="86232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5"/>
          <p:cNvSpPr txBox="1">
            <a:spLocks noGrp="1"/>
          </p:cNvSpPr>
          <p:nvPr>
            <p:ph type="title" idx="3" hasCustomPrompt="1"/>
          </p:nvPr>
        </p:nvSpPr>
        <p:spPr>
          <a:xfrm>
            <a:off x="86232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5"/>
          <p:cNvSpPr txBox="1">
            <a:spLocks noGrp="1"/>
          </p:cNvSpPr>
          <p:nvPr>
            <p:ph type="title" idx="4" hasCustomPrompt="1"/>
          </p:nvPr>
        </p:nvSpPr>
        <p:spPr>
          <a:xfrm>
            <a:off x="3561600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" name="Google Shape;73;p15"/>
          <p:cNvSpPr txBox="1">
            <a:spLocks noGrp="1"/>
          </p:cNvSpPr>
          <p:nvPr>
            <p:ph type="title" idx="5" hasCustomPrompt="1"/>
          </p:nvPr>
        </p:nvSpPr>
        <p:spPr>
          <a:xfrm>
            <a:off x="3561600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5"/>
          <p:cNvSpPr txBox="1">
            <a:spLocks noGrp="1"/>
          </p:cNvSpPr>
          <p:nvPr>
            <p:ph type="title" idx="6" hasCustomPrompt="1"/>
          </p:nvPr>
        </p:nvSpPr>
        <p:spPr>
          <a:xfrm>
            <a:off x="626087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5"/>
          <p:cNvSpPr txBox="1">
            <a:spLocks noGrp="1"/>
          </p:cNvSpPr>
          <p:nvPr>
            <p:ph type="title" idx="7" hasCustomPrompt="1"/>
          </p:nvPr>
        </p:nvSpPr>
        <p:spPr>
          <a:xfrm>
            <a:off x="626087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5"/>
          <p:cNvSpPr txBox="1">
            <a:spLocks noGrp="1"/>
          </p:cNvSpPr>
          <p:nvPr>
            <p:ph type="subTitle" idx="1"/>
          </p:nvPr>
        </p:nvSpPr>
        <p:spPr>
          <a:xfrm>
            <a:off x="862325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ubTitle" idx="8"/>
          </p:nvPr>
        </p:nvSpPr>
        <p:spPr>
          <a:xfrm>
            <a:off x="3561600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ubTitle" idx="9"/>
          </p:nvPr>
        </p:nvSpPr>
        <p:spPr>
          <a:xfrm>
            <a:off x="6260875" y="1984475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ubTitle" idx="13"/>
          </p:nvPr>
        </p:nvSpPr>
        <p:spPr>
          <a:xfrm>
            <a:off x="862325" y="3417950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subTitle" idx="14"/>
          </p:nvPr>
        </p:nvSpPr>
        <p:spPr>
          <a:xfrm>
            <a:off x="3570900" y="3417950"/>
            <a:ext cx="20172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subTitle" idx="15"/>
          </p:nvPr>
        </p:nvSpPr>
        <p:spPr>
          <a:xfrm>
            <a:off x="6260875" y="3417950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5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5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15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85" name="Google Shape;85;p15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791500" y="1936100"/>
            <a:ext cx="23058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2"/>
          </p:nvPr>
        </p:nvSpPr>
        <p:spPr>
          <a:xfrm>
            <a:off x="791500" y="2588100"/>
            <a:ext cx="23058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subTitle" idx="3"/>
          </p:nvPr>
        </p:nvSpPr>
        <p:spPr>
          <a:xfrm>
            <a:off x="34206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subTitle" idx="4"/>
          </p:nvPr>
        </p:nvSpPr>
        <p:spPr>
          <a:xfrm>
            <a:off x="60482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subTitle" idx="5"/>
          </p:nvPr>
        </p:nvSpPr>
        <p:spPr>
          <a:xfrm>
            <a:off x="34206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subTitle" idx="6"/>
          </p:nvPr>
        </p:nvSpPr>
        <p:spPr>
          <a:xfrm>
            <a:off x="60482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 rot="10800000" flipH="1">
            <a:off x="10" y="24749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subTitle" idx="1"/>
          </p:nvPr>
        </p:nvSpPr>
        <p:spPr>
          <a:xfrm>
            <a:off x="2258453" y="16563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 txBox="1">
            <a:spLocks noGrp="1"/>
          </p:cNvSpPr>
          <p:nvPr>
            <p:ph type="subTitle" idx="2"/>
          </p:nvPr>
        </p:nvSpPr>
        <p:spPr>
          <a:xfrm>
            <a:off x="2258453" y="28760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ubTitle" idx="3"/>
          </p:nvPr>
        </p:nvSpPr>
        <p:spPr>
          <a:xfrm>
            <a:off x="2258453" y="40957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8"/>
          <p:cNvSpPr txBox="1">
            <a:spLocks noGrp="1"/>
          </p:cNvSpPr>
          <p:nvPr>
            <p:ph type="subTitle" idx="4"/>
          </p:nvPr>
        </p:nvSpPr>
        <p:spPr>
          <a:xfrm>
            <a:off x="2258453" y="113502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subTitle" idx="5"/>
          </p:nvPr>
        </p:nvSpPr>
        <p:spPr>
          <a:xfrm>
            <a:off x="2258453" y="2354730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subTitle" idx="6"/>
          </p:nvPr>
        </p:nvSpPr>
        <p:spPr>
          <a:xfrm>
            <a:off x="2258453" y="357443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1042500" y="1306475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subTitle" idx="2"/>
          </p:nvPr>
        </p:nvSpPr>
        <p:spPr>
          <a:xfrm>
            <a:off x="1042500" y="1832375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ubTitle" idx="3"/>
          </p:nvPr>
        </p:nvSpPr>
        <p:spPr>
          <a:xfrm>
            <a:off x="5074800" y="1832375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subTitle" idx="4"/>
          </p:nvPr>
        </p:nvSpPr>
        <p:spPr>
          <a:xfrm>
            <a:off x="1042500" y="3580700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ubTitle" idx="5"/>
          </p:nvPr>
        </p:nvSpPr>
        <p:spPr>
          <a:xfrm>
            <a:off x="5074800" y="3580700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subTitle" idx="6"/>
          </p:nvPr>
        </p:nvSpPr>
        <p:spPr>
          <a:xfrm>
            <a:off x="1042500" y="3054800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subTitle" idx="7"/>
          </p:nvPr>
        </p:nvSpPr>
        <p:spPr>
          <a:xfrm>
            <a:off x="5074800" y="1306475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subTitle" idx="8"/>
          </p:nvPr>
        </p:nvSpPr>
        <p:spPr>
          <a:xfrm>
            <a:off x="5074800" y="3054800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9"/>
          <p:cNvSpPr/>
          <p:nvPr/>
        </p:nvSpPr>
        <p:spPr>
          <a:xfrm rot="10800000">
            <a:off x="6703698" y="4550852"/>
            <a:ext cx="2429677" cy="59269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1" name="Google Shape;121;p19"/>
          <p:cNvGrpSpPr/>
          <p:nvPr/>
        </p:nvGrpSpPr>
        <p:grpSpPr>
          <a:xfrm flipH="1">
            <a:off x="7911581" y="4644500"/>
            <a:ext cx="469550" cy="374575"/>
            <a:chOff x="1101425" y="4597125"/>
            <a:chExt cx="469550" cy="374575"/>
          </a:xfrm>
        </p:grpSpPr>
        <p:sp>
          <p:nvSpPr>
            <p:cNvPr id="122" name="Google Shape;122;p19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cover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subTitle" idx="1"/>
          </p:nvPr>
        </p:nvSpPr>
        <p:spPr>
          <a:xfrm>
            <a:off x="782085" y="1811513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0"/>
          <p:cNvSpPr txBox="1">
            <a:spLocks noGrp="1"/>
          </p:cNvSpPr>
          <p:nvPr>
            <p:ph type="subTitle" idx="2"/>
          </p:nvPr>
        </p:nvSpPr>
        <p:spPr>
          <a:xfrm>
            <a:off x="3397102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ubTitle" idx="3"/>
          </p:nvPr>
        </p:nvSpPr>
        <p:spPr>
          <a:xfrm>
            <a:off x="6016920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4"/>
          </p:nvPr>
        </p:nvSpPr>
        <p:spPr>
          <a:xfrm>
            <a:off x="782085" y="3512625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5"/>
          </p:nvPr>
        </p:nvSpPr>
        <p:spPr>
          <a:xfrm>
            <a:off x="3399616" y="3512625"/>
            <a:ext cx="23493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6"/>
          </p:nvPr>
        </p:nvSpPr>
        <p:spPr>
          <a:xfrm>
            <a:off x="6019643" y="3512625"/>
            <a:ext cx="23445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7"/>
          </p:nvPr>
        </p:nvSpPr>
        <p:spPr>
          <a:xfrm>
            <a:off x="777180" y="12766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8"/>
          </p:nvPr>
        </p:nvSpPr>
        <p:spPr>
          <a:xfrm>
            <a:off x="3399616" y="12766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9"/>
          </p:nvPr>
        </p:nvSpPr>
        <p:spPr>
          <a:xfrm>
            <a:off x="6016920" y="1276675"/>
            <a:ext cx="23499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13"/>
          </p:nvPr>
        </p:nvSpPr>
        <p:spPr>
          <a:xfrm>
            <a:off x="777507" y="29732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0"/>
          <p:cNvSpPr txBox="1">
            <a:spLocks noGrp="1"/>
          </p:cNvSpPr>
          <p:nvPr>
            <p:ph type="subTitle" idx="14"/>
          </p:nvPr>
        </p:nvSpPr>
        <p:spPr>
          <a:xfrm>
            <a:off x="3399616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0"/>
          <p:cNvSpPr txBox="1">
            <a:spLocks noGrp="1"/>
          </p:cNvSpPr>
          <p:nvPr>
            <p:ph type="subTitle" idx="15"/>
          </p:nvPr>
        </p:nvSpPr>
        <p:spPr>
          <a:xfrm>
            <a:off x="6017207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0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2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2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2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2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2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3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4" name="Google Shape;154;p23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155" name="Google Shape;155;p23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3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23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158" name="Google Shape;158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" name="Google Shape;160;p23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161" name="Google Shape;161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Yusei Magic"/>
              <a:buNone/>
              <a:defRPr sz="30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61" r:id="rId8"/>
    <p:sldLayoutId id="2147483663" r:id="rId9"/>
    <p:sldLayoutId id="2147483664" r:id="rId10"/>
    <p:sldLayoutId id="2147483665" r:id="rId11"/>
    <p:sldLayoutId id="2147483666" r:id="rId12"/>
    <p:sldLayoutId id="2147483668" r:id="rId13"/>
    <p:sldLayoutId id="2147483669" r:id="rId14"/>
  </p:sldLayoutIdLst>
  <p:transition spd="slow">
    <p:cover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7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Comfy Cozy</a:t>
            </a:r>
            <a:br>
              <a:rPr lang="en" dirty="0"/>
            </a:br>
            <a:r>
              <a:rPr lang="en" dirty="0"/>
              <a:t>Cafe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dirty="0"/>
              <a:t>Presented By: Kiara Bartuccio, </a:t>
            </a:r>
          </a:p>
          <a:p>
            <a:pPr marL="0" lvl="0" indent="0"/>
            <a:r>
              <a:rPr lang="es-AR" dirty="0"/>
              <a:t>Audreane Deschenes, Jia-Yu JoyHo</a:t>
            </a:r>
            <a:endParaRPr dirty="0"/>
          </a:p>
        </p:txBody>
      </p:sp>
      <p:sp>
        <p:nvSpPr>
          <p:cNvPr id="175" name="Google Shape;175;p27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7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27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178" name="Google Shape;178;p27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7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" name="Google Shape;180;p27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181" name="Google Shape;181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" name="Google Shape;183;p27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7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5" name="Google Shape;185;p27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186" name="Google Shape;186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8" name="Google Shape;188;p27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/>
          <p:nvPr/>
        </p:nvSpPr>
        <p:spPr>
          <a:xfrm flipH="1">
            <a:off x="6714321" y="-12"/>
            <a:ext cx="2429677" cy="733024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</a:t>
            </a:r>
            <a:r>
              <a:rPr lang="en">
                <a:solidFill>
                  <a:schemeClr val="lt2"/>
                </a:solidFill>
              </a:rPr>
              <a:t>contents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13" name="Google Shape;213;p29"/>
          <p:cNvSpPr txBox="1">
            <a:spLocks noGrp="1"/>
          </p:cNvSpPr>
          <p:nvPr>
            <p:ph type="title" idx="2"/>
          </p:nvPr>
        </p:nvSpPr>
        <p:spPr>
          <a:xfrm>
            <a:off x="862325" y="22032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4"/>
          </p:nvPr>
        </p:nvSpPr>
        <p:spPr>
          <a:xfrm>
            <a:off x="3561600" y="22495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6"/>
          </p:nvPr>
        </p:nvSpPr>
        <p:spPr>
          <a:xfrm>
            <a:off x="6260875" y="22225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"/>
          </p:nvPr>
        </p:nvSpPr>
        <p:spPr>
          <a:xfrm>
            <a:off x="862325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8"/>
          </p:nvPr>
        </p:nvSpPr>
        <p:spPr>
          <a:xfrm>
            <a:off x="3554100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Features</a:t>
            </a:r>
            <a:endParaRPr dirty="0"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9"/>
          </p:nvPr>
        </p:nvSpPr>
        <p:spPr>
          <a:xfrm>
            <a:off x="6260875" y="2697106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Demonstration</a:t>
            </a:r>
            <a:endParaRPr dirty="0"/>
          </a:p>
        </p:txBody>
      </p:sp>
      <p:grpSp>
        <p:nvGrpSpPr>
          <p:cNvPr id="225" name="Google Shape;225;p29"/>
          <p:cNvGrpSpPr/>
          <p:nvPr/>
        </p:nvGrpSpPr>
        <p:grpSpPr>
          <a:xfrm>
            <a:off x="8201977" y="237336"/>
            <a:ext cx="702732" cy="1053968"/>
            <a:chOff x="2294850" y="2792125"/>
            <a:chExt cx="328625" cy="492900"/>
          </a:xfrm>
        </p:grpSpPr>
        <p:sp>
          <p:nvSpPr>
            <p:cNvPr id="226" name="Google Shape;226;p29"/>
            <p:cNvSpPr/>
            <p:nvPr/>
          </p:nvSpPr>
          <p:spPr>
            <a:xfrm>
              <a:off x="2389700" y="2792125"/>
              <a:ext cx="210425" cy="492900"/>
            </a:xfrm>
            <a:custGeom>
              <a:avLst/>
              <a:gdLst/>
              <a:ahLst/>
              <a:cxnLst/>
              <a:rect l="l" t="t" r="r" b="b"/>
              <a:pathLst>
                <a:path w="8417" h="19716" extrusionOk="0">
                  <a:moveTo>
                    <a:pt x="3455" y="0"/>
                  </a:moveTo>
                  <a:cubicBezTo>
                    <a:pt x="3490" y="222"/>
                    <a:pt x="3560" y="444"/>
                    <a:pt x="3630" y="666"/>
                  </a:cubicBezTo>
                  <a:cubicBezTo>
                    <a:pt x="4016" y="1413"/>
                    <a:pt x="4249" y="2230"/>
                    <a:pt x="4307" y="3070"/>
                  </a:cubicBezTo>
                  <a:cubicBezTo>
                    <a:pt x="4401" y="4623"/>
                    <a:pt x="3759" y="5895"/>
                    <a:pt x="2848" y="7097"/>
                  </a:cubicBezTo>
                  <a:cubicBezTo>
                    <a:pt x="2300" y="7798"/>
                    <a:pt x="1833" y="8545"/>
                    <a:pt x="1448" y="9339"/>
                  </a:cubicBezTo>
                  <a:cubicBezTo>
                    <a:pt x="0" y="12443"/>
                    <a:pt x="794" y="16144"/>
                    <a:pt x="3397" y="18373"/>
                  </a:cubicBezTo>
                  <a:cubicBezTo>
                    <a:pt x="4226" y="19085"/>
                    <a:pt x="5171" y="19599"/>
                    <a:pt x="6303" y="19716"/>
                  </a:cubicBezTo>
                  <a:cubicBezTo>
                    <a:pt x="6175" y="19599"/>
                    <a:pt x="6047" y="19482"/>
                    <a:pt x="5918" y="19365"/>
                  </a:cubicBezTo>
                  <a:cubicBezTo>
                    <a:pt x="5031" y="18513"/>
                    <a:pt x="4249" y="17580"/>
                    <a:pt x="3876" y="16377"/>
                  </a:cubicBezTo>
                  <a:cubicBezTo>
                    <a:pt x="3397" y="14836"/>
                    <a:pt x="3840" y="13447"/>
                    <a:pt x="4704" y="12187"/>
                  </a:cubicBezTo>
                  <a:cubicBezTo>
                    <a:pt x="5416" y="11136"/>
                    <a:pt x="6257" y="10156"/>
                    <a:pt x="6957" y="9093"/>
                  </a:cubicBezTo>
                  <a:cubicBezTo>
                    <a:pt x="7961" y="7553"/>
                    <a:pt x="8416" y="5872"/>
                    <a:pt x="7809" y="4051"/>
                  </a:cubicBezTo>
                  <a:cubicBezTo>
                    <a:pt x="7121" y="1961"/>
                    <a:pt x="5440" y="899"/>
                    <a:pt x="34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9"/>
            <p:cNvSpPr/>
            <p:nvPr/>
          </p:nvSpPr>
          <p:spPr>
            <a:xfrm>
              <a:off x="2294850" y="2835900"/>
              <a:ext cx="133375" cy="344075"/>
            </a:xfrm>
            <a:custGeom>
              <a:avLst/>
              <a:gdLst/>
              <a:ahLst/>
              <a:cxnLst/>
              <a:rect l="l" t="t" r="r" b="b"/>
              <a:pathLst>
                <a:path w="5335" h="13763" extrusionOk="0">
                  <a:moveTo>
                    <a:pt x="2370" y="0"/>
                  </a:moveTo>
                  <a:lnTo>
                    <a:pt x="2370" y="0"/>
                  </a:lnTo>
                  <a:cubicBezTo>
                    <a:pt x="2440" y="269"/>
                    <a:pt x="2498" y="409"/>
                    <a:pt x="2522" y="561"/>
                  </a:cubicBezTo>
                  <a:cubicBezTo>
                    <a:pt x="2627" y="1179"/>
                    <a:pt x="2837" y="1810"/>
                    <a:pt x="2825" y="2428"/>
                  </a:cubicBezTo>
                  <a:cubicBezTo>
                    <a:pt x="2802" y="3397"/>
                    <a:pt x="2312" y="4214"/>
                    <a:pt x="1751" y="4996"/>
                  </a:cubicBezTo>
                  <a:cubicBezTo>
                    <a:pt x="327" y="6969"/>
                    <a:pt x="1" y="9105"/>
                    <a:pt x="993" y="11370"/>
                  </a:cubicBezTo>
                  <a:cubicBezTo>
                    <a:pt x="1483" y="12525"/>
                    <a:pt x="2463" y="13401"/>
                    <a:pt x="3666" y="13762"/>
                  </a:cubicBezTo>
                  <a:cubicBezTo>
                    <a:pt x="3351" y="13342"/>
                    <a:pt x="3094" y="13027"/>
                    <a:pt x="2860" y="12700"/>
                  </a:cubicBezTo>
                  <a:cubicBezTo>
                    <a:pt x="2090" y="11568"/>
                    <a:pt x="1868" y="10342"/>
                    <a:pt x="2510" y="9105"/>
                  </a:cubicBezTo>
                  <a:cubicBezTo>
                    <a:pt x="2907" y="8335"/>
                    <a:pt x="3432" y="7646"/>
                    <a:pt x="3923" y="6934"/>
                  </a:cubicBezTo>
                  <a:cubicBezTo>
                    <a:pt x="4821" y="5638"/>
                    <a:pt x="5335" y="4261"/>
                    <a:pt x="4868" y="2685"/>
                  </a:cubicBezTo>
                  <a:cubicBezTo>
                    <a:pt x="4495" y="1424"/>
                    <a:pt x="3607" y="631"/>
                    <a:pt x="2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9"/>
            <p:cNvSpPr/>
            <p:nvPr/>
          </p:nvSpPr>
          <p:spPr>
            <a:xfrm>
              <a:off x="2532675" y="3049800"/>
              <a:ext cx="90800" cy="173075"/>
            </a:xfrm>
            <a:custGeom>
              <a:avLst/>
              <a:gdLst/>
              <a:ahLst/>
              <a:cxnLst/>
              <a:rect l="l" t="t" r="r" b="b"/>
              <a:pathLst>
                <a:path w="3632" h="6923" extrusionOk="0">
                  <a:moveTo>
                    <a:pt x="3269" y="0"/>
                  </a:moveTo>
                  <a:cubicBezTo>
                    <a:pt x="2686" y="794"/>
                    <a:pt x="2172" y="1494"/>
                    <a:pt x="1658" y="2218"/>
                  </a:cubicBezTo>
                  <a:cubicBezTo>
                    <a:pt x="1308" y="2673"/>
                    <a:pt x="993" y="3164"/>
                    <a:pt x="713" y="3677"/>
                  </a:cubicBezTo>
                  <a:cubicBezTo>
                    <a:pt x="1" y="5066"/>
                    <a:pt x="795" y="6339"/>
                    <a:pt x="2160" y="6922"/>
                  </a:cubicBezTo>
                  <a:cubicBezTo>
                    <a:pt x="2172" y="6899"/>
                    <a:pt x="2184" y="6864"/>
                    <a:pt x="2160" y="6841"/>
                  </a:cubicBezTo>
                  <a:cubicBezTo>
                    <a:pt x="2125" y="6736"/>
                    <a:pt x="2067" y="6631"/>
                    <a:pt x="2020" y="6525"/>
                  </a:cubicBezTo>
                  <a:cubicBezTo>
                    <a:pt x="1588" y="5638"/>
                    <a:pt x="1542" y="4775"/>
                    <a:pt x="2125" y="3934"/>
                  </a:cubicBezTo>
                  <a:cubicBezTo>
                    <a:pt x="2534" y="3350"/>
                    <a:pt x="2966" y="2779"/>
                    <a:pt x="3293" y="2160"/>
                  </a:cubicBezTo>
                  <a:cubicBezTo>
                    <a:pt x="3631" y="1494"/>
                    <a:pt x="3584" y="782"/>
                    <a:pt x="3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" name="Google Shape;229;p29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" name="Google Shape;230;p29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231" name="Google Shape;231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" name="Google Shape;233;p29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234" name="Google Shape;234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1" name="Google Shape;241;p30"/>
          <p:cNvSpPr txBox="1">
            <a:spLocks noGrp="1"/>
          </p:cNvSpPr>
          <p:nvPr>
            <p:ph type="title" idx="2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42" name="Google Shape;242;p30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/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/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/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/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/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/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/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/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262" name="Google Shape;262;p31"/>
          <p:cNvSpPr txBox="1">
            <a:spLocks noGrp="1"/>
          </p:cNvSpPr>
          <p:nvPr>
            <p:ph type="body" idx="1"/>
          </p:nvPr>
        </p:nvSpPr>
        <p:spPr>
          <a:xfrm>
            <a:off x="691025" y="1196750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CA" sz="1600" dirty="0"/>
              <a:t>Welcome to our Comfy Cozy Café, ordering system!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C# desktop application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Designed to help you choose your drinks and pastries quickly and efficiently.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Allows you to add items to the virtual cart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Choose to have it delivered or to pick them up yourself. </a:t>
            </a:r>
            <a:endParaRPr sz="1600" dirty="0"/>
          </a:p>
        </p:txBody>
      </p:sp>
      <p:grpSp>
        <p:nvGrpSpPr>
          <p:cNvPr id="264" name="Google Shape;264;p31"/>
          <p:cNvGrpSpPr/>
          <p:nvPr/>
        </p:nvGrpSpPr>
        <p:grpSpPr>
          <a:xfrm>
            <a:off x="262050" y="4515075"/>
            <a:ext cx="469550" cy="374575"/>
            <a:chOff x="1101425" y="4597125"/>
            <a:chExt cx="469550" cy="374575"/>
          </a:xfrm>
        </p:grpSpPr>
        <p:sp>
          <p:nvSpPr>
            <p:cNvPr id="265" name="Google Shape;265;p31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1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7" name="Google Shape;267;p31"/>
          <p:cNvGrpSpPr/>
          <p:nvPr/>
        </p:nvGrpSpPr>
        <p:grpSpPr>
          <a:xfrm>
            <a:off x="615150" y="4163250"/>
            <a:ext cx="217125" cy="282300"/>
            <a:chOff x="1454525" y="4245300"/>
            <a:chExt cx="217125" cy="282300"/>
          </a:xfrm>
        </p:grpSpPr>
        <p:sp>
          <p:nvSpPr>
            <p:cNvPr id="268" name="Google Shape;268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" name="Google Shape;270;p31"/>
          <p:cNvGrpSpPr/>
          <p:nvPr/>
        </p:nvGrpSpPr>
        <p:grpSpPr>
          <a:xfrm rot="2500248">
            <a:off x="368956" y="4246053"/>
            <a:ext cx="135889" cy="176679"/>
            <a:chOff x="1454525" y="4245300"/>
            <a:chExt cx="217125" cy="282300"/>
          </a:xfrm>
        </p:grpSpPr>
        <p:sp>
          <p:nvSpPr>
            <p:cNvPr id="271" name="Google Shape;271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394A123-382B-1F09-63C7-10D213176693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3"/>
          <a:srcRect t="3817" b="3817"/>
          <a:stretch/>
        </p:blipFill>
        <p:spPr>
          <a:xfrm>
            <a:off x="5996102" y="1671782"/>
            <a:ext cx="2456873" cy="1940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3"/>
          <p:cNvSpPr txBox="1">
            <a:spLocks noGrp="1"/>
          </p:cNvSpPr>
          <p:nvPr>
            <p:ph type="subTitle" idx="1"/>
          </p:nvPr>
        </p:nvSpPr>
        <p:spPr>
          <a:xfrm>
            <a:off x="865391" y="2776609"/>
            <a:ext cx="23058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English (Default)</a:t>
            </a:r>
            <a:endParaRPr dirty="0"/>
          </a:p>
        </p:txBody>
      </p:sp>
      <p:sp>
        <p:nvSpPr>
          <p:cNvPr id="297" name="Google Shape;297;p33"/>
          <p:cNvSpPr txBox="1">
            <a:spLocks noGrp="1"/>
          </p:cNvSpPr>
          <p:nvPr>
            <p:ph type="subTitle" idx="5"/>
          </p:nvPr>
        </p:nvSpPr>
        <p:spPr>
          <a:xfrm>
            <a:off x="341985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French</a:t>
            </a:r>
            <a:endParaRPr dirty="0"/>
          </a:p>
        </p:txBody>
      </p:sp>
      <p:sp>
        <p:nvSpPr>
          <p:cNvPr id="298" name="Google Shape;298;p33"/>
          <p:cNvSpPr txBox="1">
            <a:spLocks noGrp="1"/>
          </p:cNvSpPr>
          <p:nvPr>
            <p:ph type="subTitle" idx="6"/>
          </p:nvPr>
        </p:nvSpPr>
        <p:spPr>
          <a:xfrm>
            <a:off x="611970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Spanish</a:t>
            </a:r>
            <a:endParaRPr dirty="0"/>
          </a:p>
        </p:txBody>
      </p:sp>
      <p:sp>
        <p:nvSpPr>
          <p:cNvPr id="299" name="Google Shape;299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03" name="Google Shape;303;p33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320FEA-5605-4017-D30B-25DD20E36FBF}"/>
              </a:ext>
            </a:extLst>
          </p:cNvPr>
          <p:cNvSpPr txBox="1"/>
          <p:nvPr/>
        </p:nvSpPr>
        <p:spPr>
          <a:xfrm>
            <a:off x="866804" y="2107759"/>
            <a:ext cx="74103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application is offered in 3 languages:</a:t>
            </a:r>
          </a:p>
        </p:txBody>
      </p:sp>
    </p:spTree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br>
              <a:rPr lang="en" dirty="0"/>
            </a:br>
            <a:endParaRPr dirty="0">
              <a:solidFill>
                <a:schemeClr val="lt2"/>
              </a:solidFill>
            </a:endParaRPr>
          </a:p>
        </p:txBody>
      </p:sp>
      <p:sp>
        <p:nvSpPr>
          <p:cNvPr id="313" name="Google Shape;313;p34"/>
          <p:cNvSpPr txBox="1">
            <a:spLocks noGrp="1"/>
          </p:cNvSpPr>
          <p:nvPr>
            <p:ph type="subTitle" idx="1"/>
          </p:nvPr>
        </p:nvSpPr>
        <p:spPr>
          <a:xfrm>
            <a:off x="534500" y="2298555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sz="1600" dirty="0"/>
              <a:t>Browse Hot Drinks, Cold Drinks, Pastries, and prices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4" name="Google Shape;314;p34"/>
          <p:cNvSpPr txBox="1">
            <a:spLocks noGrp="1"/>
          </p:cNvSpPr>
          <p:nvPr>
            <p:ph type="subTitle" idx="6"/>
          </p:nvPr>
        </p:nvSpPr>
        <p:spPr>
          <a:xfrm>
            <a:off x="618400" y="3236369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Review, edit, and remove items in the Cart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5" name="Google Shape;315;p34"/>
          <p:cNvSpPr txBox="1">
            <a:spLocks noGrp="1"/>
          </p:cNvSpPr>
          <p:nvPr>
            <p:ph type="subTitle" idx="7"/>
          </p:nvPr>
        </p:nvSpPr>
        <p:spPr>
          <a:xfrm>
            <a:off x="5000461" y="952755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dirty="0"/>
              <a:t>Select sizes, quantity, and custom additions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6" name="Google Shape;316;p34"/>
          <p:cNvSpPr txBox="1">
            <a:spLocks noGrp="1"/>
          </p:cNvSpPr>
          <p:nvPr>
            <p:ph type="subTitle" idx="8"/>
          </p:nvPr>
        </p:nvSpPr>
        <p:spPr>
          <a:xfrm>
            <a:off x="4989361" y="2898921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Provides confirmation messages</a:t>
            </a:r>
          </a:p>
        </p:txBody>
      </p:sp>
      <p:grpSp>
        <p:nvGrpSpPr>
          <p:cNvPr id="317" name="Google Shape;317;p34"/>
          <p:cNvGrpSpPr/>
          <p:nvPr/>
        </p:nvGrpSpPr>
        <p:grpSpPr>
          <a:xfrm flipH="1">
            <a:off x="8464077" y="4362200"/>
            <a:ext cx="218949" cy="282300"/>
            <a:chOff x="1454525" y="4245300"/>
            <a:chExt cx="217125" cy="282300"/>
          </a:xfrm>
        </p:grpSpPr>
        <p:sp>
          <p:nvSpPr>
            <p:cNvPr id="318" name="Google Shape;318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" name="Google Shape;320;p34"/>
          <p:cNvGrpSpPr/>
          <p:nvPr/>
        </p:nvGrpSpPr>
        <p:grpSpPr>
          <a:xfrm rot="-2500248" flipH="1">
            <a:off x="8807535" y="4290440"/>
            <a:ext cx="135889" cy="176679"/>
            <a:chOff x="1454525" y="4245300"/>
            <a:chExt cx="217125" cy="282300"/>
          </a:xfrm>
        </p:grpSpPr>
        <p:sp>
          <p:nvSpPr>
            <p:cNvPr id="321" name="Google Shape;321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8BF7B2-7690-8E66-6E71-F9F22B12F079}"/>
              </a:ext>
            </a:extLst>
          </p:cNvPr>
          <p:cNvSpPr txBox="1"/>
          <p:nvPr/>
        </p:nvSpPr>
        <p:spPr>
          <a:xfrm>
            <a:off x="143163" y="1226466"/>
            <a:ext cx="7957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system lets you:</a:t>
            </a:r>
          </a:p>
        </p:txBody>
      </p:sp>
      <p:sp>
        <p:nvSpPr>
          <p:cNvPr id="5" name="Google Shape;314;p34">
            <a:extLst>
              <a:ext uri="{FF2B5EF4-FFF2-40B4-BE49-F238E27FC236}">
                <a16:creationId xmlns:a16="http://schemas.microsoft.com/office/drawing/2014/main" id="{8067693C-4DEC-2A48-DFCA-800B510083E5}"/>
              </a:ext>
            </a:extLst>
          </p:cNvPr>
          <p:cNvSpPr txBox="1">
            <a:spLocks/>
          </p:cNvSpPr>
          <p:nvPr/>
        </p:nvSpPr>
        <p:spPr>
          <a:xfrm>
            <a:off x="4989361" y="2164280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Provide customer information for pickup and delivery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6" name="Google Shape;314;p34">
            <a:extLst>
              <a:ext uri="{FF2B5EF4-FFF2-40B4-BE49-F238E27FC236}">
                <a16:creationId xmlns:a16="http://schemas.microsoft.com/office/drawing/2014/main" id="{840DEFD2-1135-4A61-3726-8EDFFAE65E05}"/>
              </a:ext>
            </a:extLst>
          </p:cNvPr>
          <p:cNvSpPr txBox="1">
            <a:spLocks/>
          </p:cNvSpPr>
          <p:nvPr/>
        </p:nvSpPr>
        <p:spPr>
          <a:xfrm>
            <a:off x="5229853" y="3866935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Change the language of the entire application</a:t>
            </a:r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7" name="Google Shape;314;p34">
            <a:extLst>
              <a:ext uri="{FF2B5EF4-FFF2-40B4-BE49-F238E27FC236}">
                <a16:creationId xmlns:a16="http://schemas.microsoft.com/office/drawing/2014/main" id="{6F7E97FE-41A6-9293-46FF-ECB6A351024B}"/>
              </a:ext>
            </a:extLst>
          </p:cNvPr>
          <p:cNvSpPr txBox="1">
            <a:spLocks/>
          </p:cNvSpPr>
          <p:nvPr/>
        </p:nvSpPr>
        <p:spPr>
          <a:xfrm>
            <a:off x="534500" y="3937087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A database(issues)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</p:spTree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5"/>
          <p:cNvSpPr txBox="1">
            <a:spLocks noGrp="1"/>
          </p:cNvSpPr>
          <p:nvPr>
            <p:ph type="subTitle" idx="13"/>
          </p:nvPr>
        </p:nvSpPr>
        <p:spPr>
          <a:xfrm>
            <a:off x="555834" y="3319825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.NET Desktop Runtime</a:t>
            </a:r>
          </a:p>
        </p:txBody>
      </p:sp>
      <p:sp>
        <p:nvSpPr>
          <p:cNvPr id="330" name="Google Shape;330;p35"/>
          <p:cNvSpPr txBox="1">
            <a:spLocks noGrp="1"/>
          </p:cNvSpPr>
          <p:nvPr>
            <p:ph type="subTitle" idx="7"/>
          </p:nvPr>
        </p:nvSpPr>
        <p:spPr>
          <a:xfrm>
            <a:off x="744562" y="2351393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Windows 10 or 11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2" name="Google Shape;332;p35"/>
          <p:cNvSpPr txBox="1">
            <a:spLocks noGrp="1"/>
          </p:cNvSpPr>
          <p:nvPr>
            <p:ph type="subTitle" idx="9"/>
          </p:nvPr>
        </p:nvSpPr>
        <p:spPr>
          <a:xfrm>
            <a:off x="4318634" y="2784186"/>
            <a:ext cx="23499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At least 300 MB</a:t>
            </a:r>
          </a:p>
          <a:p>
            <a:pPr lvl="0"/>
            <a:r>
              <a:rPr lang="en-CA" dirty="0"/>
              <a:t>of free space</a:t>
            </a:r>
          </a:p>
        </p:txBody>
      </p:sp>
      <p:sp>
        <p:nvSpPr>
          <p:cNvPr id="333" name="Google Shape;333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40" name="Google Shape;340;p35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AA349C-52A2-7811-B2D8-4B949E3A5B02}"/>
              </a:ext>
            </a:extLst>
          </p:cNvPr>
          <p:cNvSpPr txBox="1"/>
          <p:nvPr/>
        </p:nvSpPr>
        <p:spPr>
          <a:xfrm>
            <a:off x="175491" y="1274618"/>
            <a:ext cx="3620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System requirements:</a:t>
            </a:r>
          </a:p>
        </p:txBody>
      </p:sp>
    </p:spTree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/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47" name="Google Shape;347;p36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BE5B69-0077-D281-87D3-3D8A46F73B94}"/>
              </a:ext>
            </a:extLst>
          </p:cNvPr>
          <p:cNvSpPr txBox="1"/>
          <p:nvPr/>
        </p:nvSpPr>
        <p:spPr>
          <a:xfrm>
            <a:off x="2937164" y="2712555"/>
            <a:ext cx="301105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Features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727EFE-D35F-7D04-AA2B-494E2F5E2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27" y="1283856"/>
            <a:ext cx="4903754" cy="30250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F904828-B486-ED70-4A6D-5EFEEC7F1171}"/>
              </a:ext>
            </a:extLst>
          </p:cNvPr>
          <p:cNvSpPr txBox="1"/>
          <p:nvPr/>
        </p:nvSpPr>
        <p:spPr>
          <a:xfrm>
            <a:off x="5667533" y="1694631"/>
            <a:ext cx="33989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page: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Start order button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Language drop down with: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-English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-French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-Spanish</a:t>
            </a:r>
          </a:p>
        </p:txBody>
      </p:sp>
    </p:spTree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78372F4-0B97-B0C3-9CC7-BA08FECF8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647CA77E-0097-CBCB-3AD2-0A83ADF2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FC861F7C-EC24-6FC2-5A59-2684A9E8712D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63F01-16CB-02CE-8BEB-3442667A3145}"/>
              </a:ext>
            </a:extLst>
          </p:cNvPr>
          <p:cNvSpPr txBox="1"/>
          <p:nvPr/>
        </p:nvSpPr>
        <p:spPr>
          <a:xfrm>
            <a:off x="5307315" y="2094696"/>
            <a:ext cx="33989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3 circles (clickable) to choose items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72A8A-A9F8-B282-99FC-4EBA9F1D8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290782"/>
            <a:ext cx="3502169" cy="350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7604"/>
      </p:ext>
    </p:extLst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E079A550-886B-FF90-CDFD-6B9DEA7FE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51FF704-C68A-E2A8-DD4F-2B02AF0263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72303ABF-1A08-756E-EA2F-D45134FE4312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B92BC-6D18-9381-20DE-1B21E678781B}"/>
              </a:ext>
            </a:extLst>
          </p:cNvPr>
          <p:cNvSpPr txBox="1"/>
          <p:nvPr/>
        </p:nvSpPr>
        <p:spPr>
          <a:xfrm>
            <a:off x="5528988" y="1029096"/>
            <a:ext cx="339898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Hot Drinks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Choose if including an Add-On or go to checkout 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Will not be able to move on without selecting a size first (pop up will show)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Options of size, quantity, price, and buttons only appear after you have selected an items picture</a:t>
            </a:r>
          </a:p>
          <a:p>
            <a:pPr marL="285750" indent="-285750">
              <a:buFontTx/>
              <a:buChar char="-"/>
            </a:pPr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Cold Drinks menu and Pastry menu are the same but without Add-Ons and for Pastry no size as well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B6C705-6E92-0BA2-EB25-33A194892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2" y="1330036"/>
            <a:ext cx="5314289" cy="3368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539492"/>
      </p:ext>
    </p:extLst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0BD08CFE-9B0B-44A4-9959-96F54FC1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17089448-43EE-342A-DA36-6DCC1F95C3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58295107-A601-C396-6BE6-88589BF17656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477804-3CFF-EBD3-9E6B-54AD2B9A5E17}"/>
              </a:ext>
            </a:extLst>
          </p:cNvPr>
          <p:cNvSpPr txBox="1"/>
          <p:nvPr/>
        </p:nvSpPr>
        <p:spPr>
          <a:xfrm>
            <a:off x="431612" y="1137521"/>
            <a:ext cx="8280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Add – Ons (only for Hot Drinks Menu), will get confirmation once item added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6AAF87-89BD-D79C-BF5F-C57A0F3AF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54909"/>
            <a:ext cx="7425362" cy="308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836345"/>
      </p:ext>
    </p:extLst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F2034D-2A05-F323-ED16-FE913AADC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12EE7F-1B20-052E-C381-28C3354C64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08C105C3-E3B6-BA33-72E1-CF1AF06FEDDF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DEBC00-A1A2-F9FC-575F-3552873E2987}"/>
              </a:ext>
            </a:extLst>
          </p:cNvPr>
          <p:cNvSpPr txBox="1"/>
          <p:nvPr/>
        </p:nvSpPr>
        <p:spPr>
          <a:xfrm>
            <a:off x="348056" y="1412135"/>
            <a:ext cx="828077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Shortcuts - 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press Menu button, shows a drop-down menu of all 3 menus: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Hot Drinks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Cold Drinks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Pastries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Easier and quicker to change between all 3 menus instead of having to close and reopen the program all over again.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Once you have added an item to cart, the Cart button will change from light grey(unclickable) to black(clickable)</a:t>
            </a: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D3D57-E3C0-2A29-6A40-31E5981C3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53" y="4182165"/>
            <a:ext cx="7945582" cy="46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97577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2AA71854-4773-2E65-A776-4404ADE6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2C35BC9E-1C55-A673-BF3C-F7CB1A01CD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3FF86ECE-DD00-7FE6-5A6A-2B7E1A654293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AFB24F-2DC4-8CEE-9C6C-62375E429607}"/>
              </a:ext>
            </a:extLst>
          </p:cNvPr>
          <p:cNvSpPr txBox="1"/>
          <p:nvPr/>
        </p:nvSpPr>
        <p:spPr>
          <a:xfrm>
            <a:off x="143224" y="1137516"/>
            <a:ext cx="86405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Cart - 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all the items you added to cart get put into a list(select item before clicking a button)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81E81-44AC-0BDE-7205-044AA3B5D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145" y="1565094"/>
            <a:ext cx="5931044" cy="33737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8244C7D-5973-9E2B-B25F-D253A94F1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8683" y="1660735"/>
            <a:ext cx="3266218" cy="252333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516C008-9773-B796-1ADB-E636463CAA88}"/>
              </a:ext>
            </a:extLst>
          </p:cNvPr>
          <p:cNvSpPr/>
          <p:nvPr/>
        </p:nvSpPr>
        <p:spPr>
          <a:xfrm>
            <a:off x="3519055" y="4197926"/>
            <a:ext cx="1697181" cy="644237"/>
          </a:xfrm>
          <a:prstGeom prst="rect">
            <a:avLst/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874410-74A8-C633-963E-024EBF734A75}"/>
              </a:ext>
            </a:extLst>
          </p:cNvPr>
          <p:cNvSpPr/>
          <p:nvPr/>
        </p:nvSpPr>
        <p:spPr>
          <a:xfrm>
            <a:off x="6254902" y="3683865"/>
            <a:ext cx="932288" cy="644237"/>
          </a:xfrm>
          <a:prstGeom prst="rect">
            <a:avLst/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1285605"/>
      </p:ext>
    </p:extLst>
  </p:cSld>
  <p:clrMapOvr>
    <a:masterClrMapping/>
  </p:clrMapOvr>
  <p:transition spd="slow">
    <p:cove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ADA809-8186-E062-BBDA-3B223583E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48613D-3B0F-3D97-C005-F23780632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16A39515-7E8B-F830-C0C4-538BC5CEC977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DE669-8976-F547-4900-A9EAAA61C37F}"/>
              </a:ext>
            </a:extLst>
          </p:cNvPr>
          <p:cNvSpPr txBox="1"/>
          <p:nvPr/>
        </p:nvSpPr>
        <p:spPr>
          <a:xfrm>
            <a:off x="434169" y="1137511"/>
            <a:ext cx="8640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Checkout page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204009" y="1565084"/>
            <a:ext cx="4058860" cy="31577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303504811"/>
      </p:ext>
    </p:extLst>
  </p:cSld>
  <p:clrMapOvr>
    <a:masterClrMapping/>
  </p:clrMapOvr>
  <p:transition spd="slow">
    <p:cove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ADA809-8186-E062-BBDA-3B223583E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48613D-3B0F-3D97-C005-F23780632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16A39515-7E8B-F830-C0C4-538BC5CEC977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DE669-8976-F547-4900-A9EAAA61C37F}"/>
              </a:ext>
            </a:extLst>
          </p:cNvPr>
          <p:cNvSpPr txBox="1"/>
          <p:nvPr/>
        </p:nvSpPr>
        <p:spPr>
          <a:xfrm>
            <a:off x="143224" y="1137516"/>
            <a:ext cx="8640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Checkout Screen (Pickup and Delivery)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34315" y="2082211"/>
            <a:ext cx="2971799" cy="2296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097024" y="2082211"/>
            <a:ext cx="2977986" cy="23199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846436-CD36-8577-3F6F-04BD2D4A5153}"/>
              </a:ext>
            </a:extLst>
          </p:cNvPr>
          <p:cNvSpPr txBox="1"/>
          <p:nvPr/>
        </p:nvSpPr>
        <p:spPr>
          <a:xfrm>
            <a:off x="5097024" y="1712284"/>
            <a:ext cx="23575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Delivery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 option:</a:t>
            </a: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D1B2C3-3570-90DF-0ADB-F52985084E77}"/>
              </a:ext>
            </a:extLst>
          </p:cNvPr>
          <p:cNvSpPr txBox="1"/>
          <p:nvPr/>
        </p:nvSpPr>
        <p:spPr>
          <a:xfrm>
            <a:off x="1072213" y="1735606"/>
            <a:ext cx="23575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Pickup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 option:</a:t>
            </a: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1157542"/>
      </p:ext>
    </p:extLst>
  </p:cSld>
  <p:clrMapOvr>
    <a:masterClrMapping/>
  </p:clrMapOvr>
  <p:transition spd="slow">
    <p:cover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8CEDEE0A-D760-12C4-61CC-C0D667161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>
            <a:extLst>
              <a:ext uri="{FF2B5EF4-FFF2-40B4-BE49-F238E27FC236}">
                <a16:creationId xmlns:a16="http://schemas.microsoft.com/office/drawing/2014/main" id="{BD13D5CC-77BF-6E65-A2D2-76969B90A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47" name="Google Shape;347;p36">
            <a:extLst>
              <a:ext uri="{FF2B5EF4-FFF2-40B4-BE49-F238E27FC236}">
                <a16:creationId xmlns:a16="http://schemas.microsoft.com/office/drawing/2014/main" id="{75CCAC5B-979E-34F9-5037-F7EA000FE375}"/>
              </a:ext>
            </a:extLst>
          </p:cNvPr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>
            <a:extLst>
              <a:ext uri="{FF2B5EF4-FFF2-40B4-BE49-F238E27FC236}">
                <a16:creationId xmlns:a16="http://schemas.microsoft.com/office/drawing/2014/main" id="{4E05CB1A-5860-FCCB-798C-42A3C38AF92D}"/>
              </a:ext>
            </a:extLst>
          </p:cNvPr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>
            <a:extLst>
              <a:ext uri="{FF2B5EF4-FFF2-40B4-BE49-F238E27FC236}">
                <a16:creationId xmlns:a16="http://schemas.microsoft.com/office/drawing/2014/main" id="{6EA424CB-9632-D2B5-C7BC-48BBBE27F593}"/>
              </a:ext>
            </a:extLst>
          </p:cNvPr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>
              <a:extLst>
                <a:ext uri="{FF2B5EF4-FFF2-40B4-BE49-F238E27FC236}">
                  <a16:creationId xmlns:a16="http://schemas.microsoft.com/office/drawing/2014/main" id="{8BCE8F58-782F-3D4C-E18F-D2CEE3DA9E11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>
              <a:extLst>
                <a:ext uri="{FF2B5EF4-FFF2-40B4-BE49-F238E27FC236}">
                  <a16:creationId xmlns:a16="http://schemas.microsoft.com/office/drawing/2014/main" id="{ACE09898-8959-6531-8ADA-6CD090BC55B3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>
            <a:extLst>
              <a:ext uri="{FF2B5EF4-FFF2-40B4-BE49-F238E27FC236}">
                <a16:creationId xmlns:a16="http://schemas.microsoft.com/office/drawing/2014/main" id="{C15BE8D2-8674-4D0D-5813-0E70674DA539}"/>
              </a:ext>
            </a:extLst>
          </p:cNvPr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>
              <a:extLst>
                <a:ext uri="{FF2B5EF4-FFF2-40B4-BE49-F238E27FC236}">
                  <a16:creationId xmlns:a16="http://schemas.microsoft.com/office/drawing/2014/main" id="{1ED29610-87D2-0F33-EED3-8C328B8DC197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>
              <a:extLst>
                <a:ext uri="{FF2B5EF4-FFF2-40B4-BE49-F238E27FC236}">
                  <a16:creationId xmlns:a16="http://schemas.microsoft.com/office/drawing/2014/main" id="{1E0F7D2C-4E5D-64C0-656D-52B5BC8BCD9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>
            <a:extLst>
              <a:ext uri="{FF2B5EF4-FFF2-40B4-BE49-F238E27FC236}">
                <a16:creationId xmlns:a16="http://schemas.microsoft.com/office/drawing/2014/main" id="{7BD62752-F70E-2690-E471-60632730E862}"/>
              </a:ext>
            </a:extLst>
          </p:cNvPr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>
            <a:extLst>
              <a:ext uri="{FF2B5EF4-FFF2-40B4-BE49-F238E27FC236}">
                <a16:creationId xmlns:a16="http://schemas.microsoft.com/office/drawing/2014/main" id="{3E388EAC-9E67-19C6-108F-5CEAF0A80437}"/>
              </a:ext>
            </a:extLst>
          </p:cNvPr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>
            <a:extLst>
              <a:ext uri="{FF2B5EF4-FFF2-40B4-BE49-F238E27FC236}">
                <a16:creationId xmlns:a16="http://schemas.microsoft.com/office/drawing/2014/main" id="{D8F6A307-1044-7DA4-ADBF-E7E89D8B9A86}"/>
              </a:ext>
            </a:extLst>
          </p:cNvPr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>
              <a:extLst>
                <a:ext uri="{FF2B5EF4-FFF2-40B4-BE49-F238E27FC236}">
                  <a16:creationId xmlns:a16="http://schemas.microsoft.com/office/drawing/2014/main" id="{109F9A28-87E9-A9EE-3D71-86B3C0133943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>
              <a:extLst>
                <a:ext uri="{FF2B5EF4-FFF2-40B4-BE49-F238E27FC236}">
                  <a16:creationId xmlns:a16="http://schemas.microsoft.com/office/drawing/2014/main" id="{53E142AC-80B7-A59D-65CE-5A923A607F56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>
            <a:extLst>
              <a:ext uri="{FF2B5EF4-FFF2-40B4-BE49-F238E27FC236}">
                <a16:creationId xmlns:a16="http://schemas.microsoft.com/office/drawing/2014/main" id="{FE20AAD1-9936-BADB-1A5E-2CD7D25B2499}"/>
              </a:ext>
            </a:extLst>
          </p:cNvPr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7D2CD3-4348-F620-3CB8-B705A722EC64}"/>
              </a:ext>
            </a:extLst>
          </p:cNvPr>
          <p:cNvSpPr txBox="1"/>
          <p:nvPr/>
        </p:nvSpPr>
        <p:spPr>
          <a:xfrm>
            <a:off x="2307425" y="2697877"/>
            <a:ext cx="467643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Demonstration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6235126"/>
      </p:ext>
    </p:extLst>
  </p:cSld>
  <p:clrMapOvr>
    <a:masterClrMapping/>
  </p:clrMapOvr>
  <p:transition spd="slow">
    <p:cover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0FDDC864-942A-0FB0-2912-ED11E13D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>
            <a:extLst>
              <a:ext uri="{FF2B5EF4-FFF2-40B4-BE49-F238E27FC236}">
                <a16:creationId xmlns:a16="http://schemas.microsoft.com/office/drawing/2014/main" id="{43B2734E-91A5-059B-A1AD-C2371FC977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8638" y="2083948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2" name="Google Shape;242;p30">
            <a:extLst>
              <a:ext uri="{FF2B5EF4-FFF2-40B4-BE49-F238E27FC236}">
                <a16:creationId xmlns:a16="http://schemas.microsoft.com/office/drawing/2014/main" id="{2D5F6068-66E1-F55A-C0B8-380D8CE0040C}"/>
              </a:ext>
            </a:extLst>
          </p:cNvPr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>
            <a:extLst>
              <a:ext uri="{FF2B5EF4-FFF2-40B4-BE49-F238E27FC236}">
                <a16:creationId xmlns:a16="http://schemas.microsoft.com/office/drawing/2014/main" id="{D0D82E7A-13F0-05A5-BD9B-A311A44BEA76}"/>
              </a:ext>
            </a:extLst>
          </p:cNvPr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>
            <a:extLst>
              <a:ext uri="{FF2B5EF4-FFF2-40B4-BE49-F238E27FC236}">
                <a16:creationId xmlns:a16="http://schemas.microsoft.com/office/drawing/2014/main" id="{6D2B884A-569E-790F-21FC-D3A546F8B70D}"/>
              </a:ext>
            </a:extLst>
          </p:cNvPr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>
              <a:extLst>
                <a:ext uri="{FF2B5EF4-FFF2-40B4-BE49-F238E27FC236}">
                  <a16:creationId xmlns:a16="http://schemas.microsoft.com/office/drawing/2014/main" id="{1DC610B5-234E-FFB3-ECB7-10F12F102407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>
              <a:extLst>
                <a:ext uri="{FF2B5EF4-FFF2-40B4-BE49-F238E27FC236}">
                  <a16:creationId xmlns:a16="http://schemas.microsoft.com/office/drawing/2014/main" id="{C95814CF-5DCB-1833-4403-A51BF1694660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>
            <a:extLst>
              <a:ext uri="{FF2B5EF4-FFF2-40B4-BE49-F238E27FC236}">
                <a16:creationId xmlns:a16="http://schemas.microsoft.com/office/drawing/2014/main" id="{EE3FABC0-43C4-1C96-A8C9-053D609DCFB2}"/>
              </a:ext>
            </a:extLst>
          </p:cNvPr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>
              <a:extLst>
                <a:ext uri="{FF2B5EF4-FFF2-40B4-BE49-F238E27FC236}">
                  <a16:creationId xmlns:a16="http://schemas.microsoft.com/office/drawing/2014/main" id="{836F3A37-AC63-A3A4-13CE-8C03281CB50C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>
              <a:extLst>
                <a:ext uri="{FF2B5EF4-FFF2-40B4-BE49-F238E27FC236}">
                  <a16:creationId xmlns:a16="http://schemas.microsoft.com/office/drawing/2014/main" id="{8BB63651-2785-BD13-9C50-14C5740F532E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>
            <a:extLst>
              <a:ext uri="{FF2B5EF4-FFF2-40B4-BE49-F238E27FC236}">
                <a16:creationId xmlns:a16="http://schemas.microsoft.com/office/drawing/2014/main" id="{A3CAAB73-561D-BE53-9716-CADC160D1F8E}"/>
              </a:ext>
            </a:extLst>
          </p:cNvPr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>
            <a:extLst>
              <a:ext uri="{FF2B5EF4-FFF2-40B4-BE49-F238E27FC236}">
                <a16:creationId xmlns:a16="http://schemas.microsoft.com/office/drawing/2014/main" id="{53BAB5C5-3D67-F3D2-551C-15269A6D8469}"/>
              </a:ext>
            </a:extLst>
          </p:cNvPr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>
            <a:extLst>
              <a:ext uri="{FF2B5EF4-FFF2-40B4-BE49-F238E27FC236}">
                <a16:creationId xmlns:a16="http://schemas.microsoft.com/office/drawing/2014/main" id="{27E7F11A-2A03-F7DD-1E42-32BBF8CB1519}"/>
              </a:ext>
            </a:extLst>
          </p:cNvPr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>
              <a:extLst>
                <a:ext uri="{FF2B5EF4-FFF2-40B4-BE49-F238E27FC236}">
                  <a16:creationId xmlns:a16="http://schemas.microsoft.com/office/drawing/2014/main" id="{73E20D35-0CC2-619A-B598-3AA581861E70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>
              <a:extLst>
                <a:ext uri="{FF2B5EF4-FFF2-40B4-BE49-F238E27FC236}">
                  <a16:creationId xmlns:a16="http://schemas.microsoft.com/office/drawing/2014/main" id="{B1ABA285-0994-AA01-DCA1-E03C2DD2EFB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>
            <a:extLst>
              <a:ext uri="{FF2B5EF4-FFF2-40B4-BE49-F238E27FC236}">
                <a16:creationId xmlns:a16="http://schemas.microsoft.com/office/drawing/2014/main" id="{5891AE76-D81F-0B6F-F585-8D3698842FC6}"/>
              </a:ext>
            </a:extLst>
          </p:cNvPr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>
            <a:extLst>
              <a:ext uri="{FF2B5EF4-FFF2-40B4-BE49-F238E27FC236}">
                <a16:creationId xmlns:a16="http://schemas.microsoft.com/office/drawing/2014/main" id="{FF32A08F-EDD9-9F60-5A35-CBE5C14E5B8D}"/>
              </a:ext>
            </a:extLst>
          </p:cNvPr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5156669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Coffee Color Palette Agency">
  <a:themeElements>
    <a:clrScheme name="Simple Light">
      <a:dk1>
        <a:srgbClr val="471E0D"/>
      </a:dk1>
      <a:lt1>
        <a:srgbClr val="ECD4C3"/>
      </a:lt1>
      <a:dk2>
        <a:srgbClr val="100504"/>
      </a:dk2>
      <a:lt2>
        <a:srgbClr val="733D24"/>
      </a:lt2>
      <a:accent1>
        <a:srgbClr val="B77152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0050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410</Words>
  <Application>Microsoft Office PowerPoint</Application>
  <PresentationFormat>On-screen Show (16:9)</PresentationFormat>
  <Paragraphs>97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Raleway</vt:lpstr>
      <vt:lpstr>Yusei Magic</vt:lpstr>
      <vt:lpstr>Bebas Neue</vt:lpstr>
      <vt:lpstr>DM Sans Medium</vt:lpstr>
      <vt:lpstr>Nunito Light</vt:lpstr>
      <vt:lpstr>Arial</vt:lpstr>
      <vt:lpstr>Coffee Color Palette Agency</vt:lpstr>
      <vt:lpstr>Comfy Cozy Cafe</vt:lpstr>
      <vt:lpstr>Table of contents</vt:lpstr>
      <vt:lpstr>Project Description</vt:lpstr>
      <vt:lpstr>Description</vt:lpstr>
      <vt:lpstr>Description</vt:lpstr>
      <vt:lpstr>Description </vt:lpstr>
      <vt:lpstr>Description</vt:lpstr>
      <vt:lpstr>02</vt:lpstr>
      <vt:lpstr>Features</vt:lpstr>
      <vt:lpstr>Features</vt:lpstr>
      <vt:lpstr>Features</vt:lpstr>
      <vt:lpstr>Features</vt:lpstr>
      <vt:lpstr>Features</vt:lpstr>
      <vt:lpstr>Features</vt:lpstr>
      <vt:lpstr>Features</vt:lpstr>
      <vt:lpstr>Features</vt:lpstr>
      <vt:lpstr>03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Comfy Cozy Cafe</dc:title>
  <dc:creator>kiara bartuccio</dc:creator>
  <cp:lastModifiedBy>Kiara Bartuccio</cp:lastModifiedBy>
  <cp:revision>26</cp:revision>
  <dcterms:modified xsi:type="dcterms:W3CDTF">2025-12-11T20:23:02Z</dcterms:modified>
</cp:coreProperties>
</file>