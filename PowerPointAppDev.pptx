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62" r:id="rId6"/>
    <p:sldId id="263" r:id="rId7"/>
    <p:sldId id="264" r:id="rId8"/>
    <p:sldId id="265" r:id="rId9"/>
    <p:sldId id="272" r:id="rId10"/>
    <p:sldId id="296" r:id="rId11"/>
    <p:sldId id="297" r:id="rId12"/>
    <p:sldId id="298" r:id="rId13"/>
    <p:sldId id="299" r:id="rId14"/>
    <p:sldId id="300" r:id="rId15"/>
    <p:sldId id="301" r:id="rId16"/>
    <p:sldId id="303" r:id="rId17"/>
    <p:sldId id="302" r:id="rId18"/>
  </p:sldIdLst>
  <p:sldSz cx="9144000" cy="5143500" type="screen16x9"/>
  <p:notesSz cx="6858000" cy="9144000"/>
  <p:embeddedFontLst>
    <p:embeddedFont>
      <p:font typeface="Yusei Magic" panose="020B0604020202020204" charset="-128"/>
      <p:regular r:id="rId20"/>
    </p:embeddedFont>
    <p:embeddedFont>
      <p:font typeface="Bebas Neue" panose="020B0606020202050201" pitchFamily="34" charset="0"/>
      <p:regular r:id="rId21"/>
    </p:embeddedFont>
    <p:embeddedFont>
      <p:font typeface="DM Sans Medium" pitchFamily="2" charset="0"/>
      <p:regular r:id="rId22"/>
      <p:bold r:id="rId23"/>
      <p:italic r:id="rId24"/>
      <p:boldItalic r:id="rId25"/>
    </p:embeddedFont>
    <p:embeddedFont>
      <p:font typeface="Nunito Light" pitchFamily="2" charset="0"/>
      <p:regular r:id="rId26"/>
      <p:italic r:id="rId27"/>
    </p:embeddedFont>
    <p:embeddedFont>
      <p:font typeface="Raleway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63735B6-2188-40EB-ACAD-2C284D7E6D66}">
  <a:tblStyle styleId="{E63735B6-2188-40EB-ACAD-2C284D7E6D6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862209F-E32E-4E49-8F8E-0F2A34C8F58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3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udreane Deschenes" userId="23aa82a02f6ee89b" providerId="LiveId" clId="{6C83BED0-3AB7-417E-AB86-80F74B7F3F60}"/>
    <pc:docChg chg="custSel addSld delSld modSld">
      <pc:chgData name="Audreane Deschenes" userId="23aa82a02f6ee89b" providerId="LiveId" clId="{6C83BED0-3AB7-417E-AB86-80F74B7F3F60}" dt="2025-12-11T08:25:12.756" v="3" actId="2696"/>
      <pc:docMkLst>
        <pc:docMk/>
      </pc:docMkLst>
      <pc:sldChg chg="delSp modSp add del mod">
        <pc:chgData name="Audreane Deschenes" userId="23aa82a02f6ee89b" providerId="LiveId" clId="{6C83BED0-3AB7-417E-AB86-80F74B7F3F60}" dt="2025-12-11T08:25:12.756" v="3" actId="2696"/>
        <pc:sldMkLst>
          <pc:docMk/>
          <pc:sldMk cId="3613149469" sldId="304"/>
        </pc:sldMkLst>
        <pc:picChg chg="del mod">
          <ac:chgData name="Audreane Deschenes" userId="23aa82a02f6ee89b" providerId="LiveId" clId="{6C83BED0-3AB7-417E-AB86-80F74B7F3F60}" dt="2025-12-11T08:24:54.531" v="2" actId="478"/>
          <ac:picMkLst>
            <pc:docMk/>
            <pc:sldMk cId="3613149469" sldId="304"/>
            <ac:picMk id="3" creationId="{3ADE4781-62F6-D8BE-A8B0-CB0A7A8B508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30a95a04d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230a95a04d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1ff18b49f31_1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1ff18b49f31_1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13376c313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13376c313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125d80b419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125d80b419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1125d80b419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1125d80b419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125d80b419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125d80b419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1125d80b419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1125d80b419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1ff18b49f31_1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1ff18b49f31_1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1B7FF502-B8A4-E63A-D57C-24C888FE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47005946-C2E3-0686-B145-596813D90A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A63786EF-4265-B25F-54B7-37E19DF8D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90466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71749BEE-83B9-95FB-979D-1F34E3642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271E5404-CC2B-9206-E649-655B8C983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21B8C2F6-DD52-B3AA-9E3B-8C2E0FA452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47623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8A22B913-F0EB-5790-3C57-47D0BB90E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0E25CB9B-6FA4-5E81-A950-24F813B21B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74B6EBD0-7869-E364-E4DA-FC01D0109A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45196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4C1DCF68-6333-2B3A-0806-63D411287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8E71F15D-262D-FA7F-47F2-E0967AA404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77688229-7A11-7DBD-2071-DB33B4EC0F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82313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874378C8-8ED1-224A-A70A-AA739874E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B2C73D81-F1BE-63F0-9532-46AEB231BD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0CA2047D-97D4-5760-BC53-49116E80C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22816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C0D4B9FF-72F4-9F9F-C2FA-7C64C82F0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8BDFF6EA-200C-3795-C724-A6341509A4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C5751B9B-836C-3776-5719-45ECAB08AB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48665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>
          <a:extLst>
            <a:ext uri="{FF2B5EF4-FFF2-40B4-BE49-F238E27FC236}">
              <a16:creationId xmlns:a16="http://schemas.microsoft.com/office/drawing/2014/main" id="{F89DE483-D03E-0A2F-2D21-A14416169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1ff18b49f31_1_71:notes">
            <a:extLst>
              <a:ext uri="{FF2B5EF4-FFF2-40B4-BE49-F238E27FC236}">
                <a16:creationId xmlns:a16="http://schemas.microsoft.com/office/drawing/2014/main" id="{7C040D7C-D1D4-7061-9B92-97FFD97E4E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1ff18b49f31_1_71:notes">
            <a:extLst>
              <a:ext uri="{FF2B5EF4-FFF2-40B4-BE49-F238E27FC236}">
                <a16:creationId xmlns:a16="http://schemas.microsoft.com/office/drawing/2014/main" id="{D6A8EBEC-5C21-5332-436A-5DE85E3058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394603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>
          <a:extLst>
            <a:ext uri="{FF2B5EF4-FFF2-40B4-BE49-F238E27FC236}">
              <a16:creationId xmlns:a16="http://schemas.microsoft.com/office/drawing/2014/main" id="{9B947317-0C65-F1CE-C4B7-A039BDC63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13376c31365_0_0:notes">
            <a:extLst>
              <a:ext uri="{FF2B5EF4-FFF2-40B4-BE49-F238E27FC236}">
                <a16:creationId xmlns:a16="http://schemas.microsoft.com/office/drawing/2014/main" id="{CC2D845C-D897-92B6-B335-711AA8FA39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13376c31365_0_0:notes">
            <a:extLst>
              <a:ext uri="{FF2B5EF4-FFF2-40B4-BE49-F238E27FC236}">
                <a16:creationId xmlns:a16="http://schemas.microsoft.com/office/drawing/2014/main" id="{3BDBE669-0836-4F29-9AF0-12C803E1BA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00978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16825" y="1142075"/>
            <a:ext cx="6531000" cy="208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216813" y="3421825"/>
            <a:ext cx="65310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2391900" y="2333330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idx="2" hasCustomPrompt="1"/>
          </p:nvPr>
        </p:nvSpPr>
        <p:spPr>
          <a:xfrm>
            <a:off x="3707700" y="1047900"/>
            <a:ext cx="1728600" cy="1348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96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5" name="Google Shape;15;p3"/>
          <p:cNvSpPr/>
          <p:nvPr/>
        </p:nvSpPr>
        <p:spPr>
          <a:xfrm rot="10800000" flipH="1">
            <a:off x="10" y="25370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4549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1"/>
          </p:nvPr>
        </p:nvSpPr>
        <p:spPr>
          <a:xfrm>
            <a:off x="720000" y="1547575"/>
            <a:ext cx="4549500" cy="266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5631000" y="0"/>
            <a:ext cx="3513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38" name="Google Shape;38;p7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241425" y="1293100"/>
            <a:ext cx="46611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241475" y="216860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1653900" y="135057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85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subTitle" idx="1"/>
          </p:nvPr>
        </p:nvSpPr>
        <p:spPr>
          <a:xfrm>
            <a:off x="1653900" y="3048001"/>
            <a:ext cx="5836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0" name="Google Shape;50;p11"/>
          <p:cNvSpPr/>
          <p:nvPr/>
        </p:nvSpPr>
        <p:spPr>
          <a:xfrm>
            <a:off x="10" y="-762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2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title" idx="2" hasCustomPrompt="1"/>
          </p:nvPr>
        </p:nvSpPr>
        <p:spPr>
          <a:xfrm>
            <a:off x="862325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1" name="Google Shape;71;p15"/>
          <p:cNvSpPr txBox="1">
            <a:spLocks noGrp="1"/>
          </p:cNvSpPr>
          <p:nvPr>
            <p:ph type="title" idx="3" hasCustomPrompt="1"/>
          </p:nvPr>
        </p:nvSpPr>
        <p:spPr>
          <a:xfrm>
            <a:off x="862325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2" name="Google Shape;72;p15"/>
          <p:cNvSpPr txBox="1">
            <a:spLocks noGrp="1"/>
          </p:cNvSpPr>
          <p:nvPr>
            <p:ph type="title" idx="4" hasCustomPrompt="1"/>
          </p:nvPr>
        </p:nvSpPr>
        <p:spPr>
          <a:xfrm>
            <a:off x="3561600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" name="Google Shape;73;p15"/>
          <p:cNvSpPr txBox="1">
            <a:spLocks noGrp="1"/>
          </p:cNvSpPr>
          <p:nvPr>
            <p:ph type="title" idx="5" hasCustomPrompt="1"/>
          </p:nvPr>
        </p:nvSpPr>
        <p:spPr>
          <a:xfrm>
            <a:off x="3561600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4" name="Google Shape;74;p15"/>
          <p:cNvSpPr txBox="1">
            <a:spLocks noGrp="1"/>
          </p:cNvSpPr>
          <p:nvPr>
            <p:ph type="title" idx="6" hasCustomPrompt="1"/>
          </p:nvPr>
        </p:nvSpPr>
        <p:spPr>
          <a:xfrm>
            <a:off x="6260875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5" name="Google Shape;75;p15"/>
          <p:cNvSpPr txBox="1">
            <a:spLocks noGrp="1"/>
          </p:cNvSpPr>
          <p:nvPr>
            <p:ph type="title" idx="7" hasCustomPrompt="1"/>
          </p:nvPr>
        </p:nvSpPr>
        <p:spPr>
          <a:xfrm>
            <a:off x="6260875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6" name="Google Shape;76;p15"/>
          <p:cNvSpPr txBox="1">
            <a:spLocks noGrp="1"/>
          </p:cNvSpPr>
          <p:nvPr>
            <p:ph type="subTitle" idx="1"/>
          </p:nvPr>
        </p:nvSpPr>
        <p:spPr>
          <a:xfrm>
            <a:off x="862325" y="1984475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subTitle" idx="8"/>
          </p:nvPr>
        </p:nvSpPr>
        <p:spPr>
          <a:xfrm>
            <a:off x="3561600" y="1984475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subTitle" idx="9"/>
          </p:nvPr>
        </p:nvSpPr>
        <p:spPr>
          <a:xfrm>
            <a:off x="6260875" y="1984475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subTitle" idx="13"/>
          </p:nvPr>
        </p:nvSpPr>
        <p:spPr>
          <a:xfrm>
            <a:off x="862325" y="3417950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subTitle" idx="14"/>
          </p:nvPr>
        </p:nvSpPr>
        <p:spPr>
          <a:xfrm>
            <a:off x="3570900" y="3417950"/>
            <a:ext cx="20172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1" name="Google Shape;81;p15"/>
          <p:cNvSpPr txBox="1">
            <a:spLocks noGrp="1"/>
          </p:cNvSpPr>
          <p:nvPr>
            <p:ph type="subTitle" idx="15"/>
          </p:nvPr>
        </p:nvSpPr>
        <p:spPr>
          <a:xfrm>
            <a:off x="6260875" y="3417950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2" name="Google Shape;82;p15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5"/>
          <p:cNvSpPr/>
          <p:nvPr/>
        </p:nvSpPr>
        <p:spPr>
          <a:xfrm rot="10800000" flipH="1">
            <a:off x="0" y="4461871"/>
            <a:ext cx="2429677" cy="681679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" name="Google Shape;84;p15"/>
          <p:cNvGrpSpPr/>
          <p:nvPr/>
        </p:nvGrpSpPr>
        <p:grpSpPr>
          <a:xfrm>
            <a:off x="1209450" y="4568300"/>
            <a:ext cx="469550" cy="374575"/>
            <a:chOff x="1101425" y="4597125"/>
            <a:chExt cx="469550" cy="374575"/>
          </a:xfrm>
        </p:grpSpPr>
        <p:sp>
          <p:nvSpPr>
            <p:cNvPr id="85" name="Google Shape;85;p15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5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791500" y="1936100"/>
            <a:ext cx="23058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subTitle" idx="2"/>
          </p:nvPr>
        </p:nvSpPr>
        <p:spPr>
          <a:xfrm>
            <a:off x="791500" y="2588100"/>
            <a:ext cx="23058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subTitle" idx="3"/>
          </p:nvPr>
        </p:nvSpPr>
        <p:spPr>
          <a:xfrm>
            <a:off x="3420600" y="2588100"/>
            <a:ext cx="23043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subTitle" idx="4"/>
          </p:nvPr>
        </p:nvSpPr>
        <p:spPr>
          <a:xfrm>
            <a:off x="6048200" y="2588100"/>
            <a:ext cx="23043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subTitle" idx="5"/>
          </p:nvPr>
        </p:nvSpPr>
        <p:spPr>
          <a:xfrm>
            <a:off x="3420600" y="1936100"/>
            <a:ext cx="23043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8" name="Google Shape;98;p17"/>
          <p:cNvSpPr txBox="1">
            <a:spLocks noGrp="1"/>
          </p:cNvSpPr>
          <p:nvPr>
            <p:ph type="subTitle" idx="6"/>
          </p:nvPr>
        </p:nvSpPr>
        <p:spPr>
          <a:xfrm>
            <a:off x="6048200" y="1936100"/>
            <a:ext cx="23043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9" name="Google Shape;99;p17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BLANK_1_1_1_2_1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 rot="10800000" flipH="1">
            <a:off x="10" y="24749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subTitle" idx="1"/>
          </p:nvPr>
        </p:nvSpPr>
        <p:spPr>
          <a:xfrm>
            <a:off x="2258453" y="16563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4" name="Google Shape;104;p18"/>
          <p:cNvSpPr txBox="1">
            <a:spLocks noGrp="1"/>
          </p:cNvSpPr>
          <p:nvPr>
            <p:ph type="subTitle" idx="2"/>
          </p:nvPr>
        </p:nvSpPr>
        <p:spPr>
          <a:xfrm>
            <a:off x="2258453" y="28760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5" name="Google Shape;105;p18"/>
          <p:cNvSpPr txBox="1">
            <a:spLocks noGrp="1"/>
          </p:cNvSpPr>
          <p:nvPr>
            <p:ph type="subTitle" idx="3"/>
          </p:nvPr>
        </p:nvSpPr>
        <p:spPr>
          <a:xfrm>
            <a:off x="2258453" y="40957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6" name="Google Shape;106;p18"/>
          <p:cNvSpPr txBox="1">
            <a:spLocks noGrp="1"/>
          </p:cNvSpPr>
          <p:nvPr>
            <p:ph type="subTitle" idx="4"/>
          </p:nvPr>
        </p:nvSpPr>
        <p:spPr>
          <a:xfrm>
            <a:off x="2258453" y="1135025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subTitle" idx="5"/>
          </p:nvPr>
        </p:nvSpPr>
        <p:spPr>
          <a:xfrm>
            <a:off x="2258453" y="2354730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subTitle" idx="6"/>
          </p:nvPr>
        </p:nvSpPr>
        <p:spPr>
          <a:xfrm>
            <a:off x="2258453" y="3574435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1042500" y="1306475"/>
            <a:ext cx="30378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subTitle" idx="2"/>
          </p:nvPr>
        </p:nvSpPr>
        <p:spPr>
          <a:xfrm>
            <a:off x="1042500" y="1832375"/>
            <a:ext cx="30378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ubTitle" idx="3"/>
          </p:nvPr>
        </p:nvSpPr>
        <p:spPr>
          <a:xfrm>
            <a:off x="5074800" y="1832375"/>
            <a:ext cx="30267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subTitle" idx="4"/>
          </p:nvPr>
        </p:nvSpPr>
        <p:spPr>
          <a:xfrm>
            <a:off x="1042500" y="3580700"/>
            <a:ext cx="30378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ubTitle" idx="5"/>
          </p:nvPr>
        </p:nvSpPr>
        <p:spPr>
          <a:xfrm>
            <a:off x="5074800" y="3580700"/>
            <a:ext cx="30267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9"/>
          <p:cNvSpPr txBox="1">
            <a:spLocks noGrp="1"/>
          </p:cNvSpPr>
          <p:nvPr>
            <p:ph type="subTitle" idx="6"/>
          </p:nvPr>
        </p:nvSpPr>
        <p:spPr>
          <a:xfrm>
            <a:off x="1042500" y="3054800"/>
            <a:ext cx="30378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7" name="Google Shape;117;p19"/>
          <p:cNvSpPr txBox="1">
            <a:spLocks noGrp="1"/>
          </p:cNvSpPr>
          <p:nvPr>
            <p:ph type="subTitle" idx="7"/>
          </p:nvPr>
        </p:nvSpPr>
        <p:spPr>
          <a:xfrm>
            <a:off x="5074800" y="1306475"/>
            <a:ext cx="30267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subTitle" idx="8"/>
          </p:nvPr>
        </p:nvSpPr>
        <p:spPr>
          <a:xfrm>
            <a:off x="5074800" y="3054800"/>
            <a:ext cx="30267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9" name="Google Shape;119;p19"/>
          <p:cNvSpPr/>
          <p:nvPr/>
        </p:nvSpPr>
        <p:spPr>
          <a:xfrm rot="10800000" flipH="1">
            <a:off x="10" y="25370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9"/>
          <p:cNvSpPr/>
          <p:nvPr/>
        </p:nvSpPr>
        <p:spPr>
          <a:xfrm rot="10800000">
            <a:off x="6703698" y="4550852"/>
            <a:ext cx="2429677" cy="59269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1" name="Google Shape;121;p19"/>
          <p:cNvGrpSpPr/>
          <p:nvPr/>
        </p:nvGrpSpPr>
        <p:grpSpPr>
          <a:xfrm flipH="1">
            <a:off x="7911581" y="4644500"/>
            <a:ext cx="469550" cy="374575"/>
            <a:chOff x="1101425" y="4597125"/>
            <a:chExt cx="469550" cy="374575"/>
          </a:xfrm>
        </p:grpSpPr>
        <p:sp>
          <p:nvSpPr>
            <p:cNvPr id="122" name="Google Shape;122;p19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9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0"/>
          <p:cNvSpPr txBox="1">
            <a:spLocks noGrp="1"/>
          </p:cNvSpPr>
          <p:nvPr>
            <p:ph type="subTitle" idx="1"/>
          </p:nvPr>
        </p:nvSpPr>
        <p:spPr>
          <a:xfrm>
            <a:off x="782085" y="1811513"/>
            <a:ext cx="23451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0"/>
          <p:cNvSpPr txBox="1">
            <a:spLocks noGrp="1"/>
          </p:cNvSpPr>
          <p:nvPr>
            <p:ph type="subTitle" idx="2"/>
          </p:nvPr>
        </p:nvSpPr>
        <p:spPr>
          <a:xfrm>
            <a:off x="3397102" y="1811525"/>
            <a:ext cx="23499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0"/>
          <p:cNvSpPr txBox="1">
            <a:spLocks noGrp="1"/>
          </p:cNvSpPr>
          <p:nvPr>
            <p:ph type="subTitle" idx="3"/>
          </p:nvPr>
        </p:nvSpPr>
        <p:spPr>
          <a:xfrm>
            <a:off x="6016920" y="1811525"/>
            <a:ext cx="23499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subTitle" idx="4"/>
          </p:nvPr>
        </p:nvSpPr>
        <p:spPr>
          <a:xfrm>
            <a:off x="782085" y="3512625"/>
            <a:ext cx="23451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0"/>
          <p:cNvSpPr txBox="1">
            <a:spLocks noGrp="1"/>
          </p:cNvSpPr>
          <p:nvPr>
            <p:ph type="subTitle" idx="5"/>
          </p:nvPr>
        </p:nvSpPr>
        <p:spPr>
          <a:xfrm>
            <a:off x="3399616" y="3512625"/>
            <a:ext cx="23493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subTitle" idx="6"/>
          </p:nvPr>
        </p:nvSpPr>
        <p:spPr>
          <a:xfrm>
            <a:off x="6019643" y="3512625"/>
            <a:ext cx="23445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subTitle" idx="7"/>
          </p:nvPr>
        </p:nvSpPr>
        <p:spPr>
          <a:xfrm>
            <a:off x="777180" y="1276675"/>
            <a:ext cx="23451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8"/>
          </p:nvPr>
        </p:nvSpPr>
        <p:spPr>
          <a:xfrm>
            <a:off x="3399616" y="12766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4" name="Google Shape;134;p20"/>
          <p:cNvSpPr txBox="1">
            <a:spLocks noGrp="1"/>
          </p:cNvSpPr>
          <p:nvPr>
            <p:ph type="subTitle" idx="9"/>
          </p:nvPr>
        </p:nvSpPr>
        <p:spPr>
          <a:xfrm>
            <a:off x="6016920" y="1276675"/>
            <a:ext cx="23499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0"/>
          <p:cNvSpPr txBox="1">
            <a:spLocks noGrp="1"/>
          </p:cNvSpPr>
          <p:nvPr>
            <p:ph type="subTitle" idx="13"/>
          </p:nvPr>
        </p:nvSpPr>
        <p:spPr>
          <a:xfrm>
            <a:off x="777507" y="2973275"/>
            <a:ext cx="23451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0"/>
          <p:cNvSpPr txBox="1">
            <a:spLocks noGrp="1"/>
          </p:cNvSpPr>
          <p:nvPr>
            <p:ph type="subTitle" idx="14"/>
          </p:nvPr>
        </p:nvSpPr>
        <p:spPr>
          <a:xfrm>
            <a:off x="3399616" y="29732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0"/>
          <p:cNvSpPr txBox="1">
            <a:spLocks noGrp="1"/>
          </p:cNvSpPr>
          <p:nvPr>
            <p:ph type="subTitle" idx="15"/>
          </p:nvPr>
        </p:nvSpPr>
        <p:spPr>
          <a:xfrm>
            <a:off x="6017207" y="29732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0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2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22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2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2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22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/>
          <p:nvPr/>
        </p:nvSpPr>
        <p:spPr>
          <a:xfrm>
            <a:off x="10" y="-762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3"/>
          <p:cNvSpPr/>
          <p:nvPr/>
        </p:nvSpPr>
        <p:spPr>
          <a:xfrm rot="10800000" flipH="1">
            <a:off x="0" y="4461871"/>
            <a:ext cx="2429677" cy="681679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4" name="Google Shape;154;p23"/>
          <p:cNvGrpSpPr/>
          <p:nvPr/>
        </p:nvGrpSpPr>
        <p:grpSpPr>
          <a:xfrm>
            <a:off x="1209450" y="4568300"/>
            <a:ext cx="469550" cy="374575"/>
            <a:chOff x="1101425" y="4597125"/>
            <a:chExt cx="469550" cy="374575"/>
          </a:xfrm>
        </p:grpSpPr>
        <p:sp>
          <p:nvSpPr>
            <p:cNvPr id="155" name="Google Shape;155;p23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23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" name="Google Shape;157;p23"/>
          <p:cNvGrpSpPr/>
          <p:nvPr/>
        </p:nvGrpSpPr>
        <p:grpSpPr>
          <a:xfrm>
            <a:off x="1055867" y="4191425"/>
            <a:ext cx="218949" cy="282300"/>
            <a:chOff x="1454525" y="4245300"/>
            <a:chExt cx="217125" cy="282300"/>
          </a:xfrm>
        </p:grpSpPr>
        <p:sp>
          <p:nvSpPr>
            <p:cNvPr id="158" name="Google Shape;158;p23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23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0" name="Google Shape;160;p23"/>
          <p:cNvGrpSpPr/>
          <p:nvPr/>
        </p:nvGrpSpPr>
        <p:grpSpPr>
          <a:xfrm rot="2500248">
            <a:off x="647156" y="4214240"/>
            <a:ext cx="135889" cy="176679"/>
            <a:chOff x="1454525" y="4245300"/>
            <a:chExt cx="217125" cy="282300"/>
          </a:xfrm>
        </p:grpSpPr>
        <p:sp>
          <p:nvSpPr>
            <p:cNvPr id="161" name="Google Shape;161;p23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23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Yusei Magic"/>
              <a:buNone/>
              <a:defRPr sz="30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7" r:id="rId6"/>
    <p:sldLayoutId id="2147483658" r:id="rId7"/>
    <p:sldLayoutId id="2147483661" r:id="rId8"/>
    <p:sldLayoutId id="2147483663" r:id="rId9"/>
    <p:sldLayoutId id="2147483664" r:id="rId10"/>
    <p:sldLayoutId id="2147483665" r:id="rId11"/>
    <p:sldLayoutId id="2147483666" r:id="rId12"/>
    <p:sldLayoutId id="2147483668" r:id="rId13"/>
    <p:sldLayoutId id="2147483669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7"/>
          <p:cNvSpPr txBox="1">
            <a:spLocks noGrp="1"/>
          </p:cNvSpPr>
          <p:nvPr>
            <p:ph type="ctrTitle"/>
          </p:nvPr>
        </p:nvSpPr>
        <p:spPr>
          <a:xfrm>
            <a:off x="1216825" y="1142075"/>
            <a:ext cx="6531000" cy="208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Comfy Cozy</a:t>
            </a:r>
            <a:br>
              <a:rPr lang="en" dirty="0"/>
            </a:br>
            <a:r>
              <a:rPr lang="en" dirty="0"/>
              <a:t>Cafe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"/>
          </p:nvPr>
        </p:nvSpPr>
        <p:spPr>
          <a:xfrm>
            <a:off x="1216813" y="3421825"/>
            <a:ext cx="65310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dirty="0"/>
              <a:t>Presented By: Kiara Bartuccio, </a:t>
            </a:r>
          </a:p>
          <a:p>
            <a:pPr marL="0" lvl="0" indent="0"/>
            <a:r>
              <a:rPr lang="es-AR" dirty="0"/>
              <a:t>Audreane Deschenes, Jia-Yu JoyHo</a:t>
            </a:r>
            <a:endParaRPr dirty="0"/>
          </a:p>
        </p:txBody>
      </p:sp>
      <p:sp>
        <p:nvSpPr>
          <p:cNvPr id="175" name="Google Shape;175;p27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27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7" name="Google Shape;177;p27"/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178" name="Google Shape;178;p27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27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0" name="Google Shape;180;p27"/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181" name="Google Shape;181;p27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27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3" name="Google Shape;183;p27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27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5" name="Google Shape;185;p27"/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186" name="Google Shape;186;p27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7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8" name="Google Shape;188;p27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/>
          <p:nvPr/>
        </p:nvSpPr>
        <p:spPr>
          <a:xfrm flipH="1">
            <a:off x="6714321" y="-12"/>
            <a:ext cx="2429677" cy="733024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</a:t>
            </a:r>
            <a:r>
              <a:rPr lang="en">
                <a:solidFill>
                  <a:schemeClr val="lt2"/>
                </a:solidFill>
              </a:rPr>
              <a:t>contents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13" name="Google Shape;213;p29"/>
          <p:cNvSpPr txBox="1">
            <a:spLocks noGrp="1"/>
          </p:cNvSpPr>
          <p:nvPr>
            <p:ph type="title" idx="2"/>
          </p:nvPr>
        </p:nvSpPr>
        <p:spPr>
          <a:xfrm>
            <a:off x="862325" y="2203294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215" name="Google Shape;215;p29"/>
          <p:cNvSpPr txBox="1">
            <a:spLocks noGrp="1"/>
          </p:cNvSpPr>
          <p:nvPr>
            <p:ph type="title" idx="4"/>
          </p:nvPr>
        </p:nvSpPr>
        <p:spPr>
          <a:xfrm>
            <a:off x="3561600" y="2249506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17" name="Google Shape;217;p29"/>
          <p:cNvSpPr txBox="1">
            <a:spLocks noGrp="1"/>
          </p:cNvSpPr>
          <p:nvPr>
            <p:ph type="title" idx="6"/>
          </p:nvPr>
        </p:nvSpPr>
        <p:spPr>
          <a:xfrm>
            <a:off x="6260875" y="2222594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"/>
          </p:nvPr>
        </p:nvSpPr>
        <p:spPr>
          <a:xfrm>
            <a:off x="862325" y="2670194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Description</a:t>
            </a:r>
            <a:endParaRPr dirty="0"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8"/>
          </p:nvPr>
        </p:nvSpPr>
        <p:spPr>
          <a:xfrm>
            <a:off x="3554100" y="2670194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Features</a:t>
            </a:r>
            <a:endParaRPr dirty="0"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9"/>
          </p:nvPr>
        </p:nvSpPr>
        <p:spPr>
          <a:xfrm>
            <a:off x="6260875" y="2697106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Demonstration</a:t>
            </a:r>
            <a:endParaRPr dirty="0"/>
          </a:p>
        </p:txBody>
      </p:sp>
      <p:grpSp>
        <p:nvGrpSpPr>
          <p:cNvPr id="225" name="Google Shape;225;p29"/>
          <p:cNvGrpSpPr/>
          <p:nvPr/>
        </p:nvGrpSpPr>
        <p:grpSpPr>
          <a:xfrm>
            <a:off x="8201977" y="237336"/>
            <a:ext cx="702732" cy="1053968"/>
            <a:chOff x="2294850" y="2792125"/>
            <a:chExt cx="328625" cy="492900"/>
          </a:xfrm>
        </p:grpSpPr>
        <p:sp>
          <p:nvSpPr>
            <p:cNvPr id="226" name="Google Shape;226;p29"/>
            <p:cNvSpPr/>
            <p:nvPr/>
          </p:nvSpPr>
          <p:spPr>
            <a:xfrm>
              <a:off x="2389700" y="2792125"/>
              <a:ext cx="210425" cy="492900"/>
            </a:xfrm>
            <a:custGeom>
              <a:avLst/>
              <a:gdLst/>
              <a:ahLst/>
              <a:cxnLst/>
              <a:rect l="l" t="t" r="r" b="b"/>
              <a:pathLst>
                <a:path w="8417" h="19716" extrusionOk="0">
                  <a:moveTo>
                    <a:pt x="3455" y="0"/>
                  </a:moveTo>
                  <a:cubicBezTo>
                    <a:pt x="3490" y="222"/>
                    <a:pt x="3560" y="444"/>
                    <a:pt x="3630" y="666"/>
                  </a:cubicBezTo>
                  <a:cubicBezTo>
                    <a:pt x="4016" y="1413"/>
                    <a:pt x="4249" y="2230"/>
                    <a:pt x="4307" y="3070"/>
                  </a:cubicBezTo>
                  <a:cubicBezTo>
                    <a:pt x="4401" y="4623"/>
                    <a:pt x="3759" y="5895"/>
                    <a:pt x="2848" y="7097"/>
                  </a:cubicBezTo>
                  <a:cubicBezTo>
                    <a:pt x="2300" y="7798"/>
                    <a:pt x="1833" y="8545"/>
                    <a:pt x="1448" y="9339"/>
                  </a:cubicBezTo>
                  <a:cubicBezTo>
                    <a:pt x="0" y="12443"/>
                    <a:pt x="794" y="16144"/>
                    <a:pt x="3397" y="18373"/>
                  </a:cubicBezTo>
                  <a:cubicBezTo>
                    <a:pt x="4226" y="19085"/>
                    <a:pt x="5171" y="19599"/>
                    <a:pt x="6303" y="19716"/>
                  </a:cubicBezTo>
                  <a:cubicBezTo>
                    <a:pt x="6175" y="19599"/>
                    <a:pt x="6047" y="19482"/>
                    <a:pt x="5918" y="19365"/>
                  </a:cubicBezTo>
                  <a:cubicBezTo>
                    <a:pt x="5031" y="18513"/>
                    <a:pt x="4249" y="17580"/>
                    <a:pt x="3876" y="16377"/>
                  </a:cubicBezTo>
                  <a:cubicBezTo>
                    <a:pt x="3397" y="14836"/>
                    <a:pt x="3840" y="13447"/>
                    <a:pt x="4704" y="12187"/>
                  </a:cubicBezTo>
                  <a:cubicBezTo>
                    <a:pt x="5416" y="11136"/>
                    <a:pt x="6257" y="10156"/>
                    <a:pt x="6957" y="9093"/>
                  </a:cubicBezTo>
                  <a:cubicBezTo>
                    <a:pt x="7961" y="7553"/>
                    <a:pt x="8416" y="5872"/>
                    <a:pt x="7809" y="4051"/>
                  </a:cubicBezTo>
                  <a:cubicBezTo>
                    <a:pt x="7121" y="1961"/>
                    <a:pt x="5440" y="899"/>
                    <a:pt x="34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9"/>
            <p:cNvSpPr/>
            <p:nvPr/>
          </p:nvSpPr>
          <p:spPr>
            <a:xfrm>
              <a:off x="2294850" y="2835900"/>
              <a:ext cx="133375" cy="344075"/>
            </a:xfrm>
            <a:custGeom>
              <a:avLst/>
              <a:gdLst/>
              <a:ahLst/>
              <a:cxnLst/>
              <a:rect l="l" t="t" r="r" b="b"/>
              <a:pathLst>
                <a:path w="5335" h="13763" extrusionOk="0">
                  <a:moveTo>
                    <a:pt x="2370" y="0"/>
                  </a:moveTo>
                  <a:lnTo>
                    <a:pt x="2370" y="0"/>
                  </a:lnTo>
                  <a:cubicBezTo>
                    <a:pt x="2440" y="269"/>
                    <a:pt x="2498" y="409"/>
                    <a:pt x="2522" y="561"/>
                  </a:cubicBezTo>
                  <a:cubicBezTo>
                    <a:pt x="2627" y="1179"/>
                    <a:pt x="2837" y="1810"/>
                    <a:pt x="2825" y="2428"/>
                  </a:cubicBezTo>
                  <a:cubicBezTo>
                    <a:pt x="2802" y="3397"/>
                    <a:pt x="2312" y="4214"/>
                    <a:pt x="1751" y="4996"/>
                  </a:cubicBezTo>
                  <a:cubicBezTo>
                    <a:pt x="327" y="6969"/>
                    <a:pt x="1" y="9105"/>
                    <a:pt x="993" y="11370"/>
                  </a:cubicBezTo>
                  <a:cubicBezTo>
                    <a:pt x="1483" y="12525"/>
                    <a:pt x="2463" y="13401"/>
                    <a:pt x="3666" y="13762"/>
                  </a:cubicBezTo>
                  <a:cubicBezTo>
                    <a:pt x="3351" y="13342"/>
                    <a:pt x="3094" y="13027"/>
                    <a:pt x="2860" y="12700"/>
                  </a:cubicBezTo>
                  <a:cubicBezTo>
                    <a:pt x="2090" y="11568"/>
                    <a:pt x="1868" y="10342"/>
                    <a:pt x="2510" y="9105"/>
                  </a:cubicBezTo>
                  <a:cubicBezTo>
                    <a:pt x="2907" y="8335"/>
                    <a:pt x="3432" y="7646"/>
                    <a:pt x="3923" y="6934"/>
                  </a:cubicBezTo>
                  <a:cubicBezTo>
                    <a:pt x="4821" y="5638"/>
                    <a:pt x="5335" y="4261"/>
                    <a:pt x="4868" y="2685"/>
                  </a:cubicBezTo>
                  <a:cubicBezTo>
                    <a:pt x="4495" y="1424"/>
                    <a:pt x="3607" y="631"/>
                    <a:pt x="23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9"/>
            <p:cNvSpPr/>
            <p:nvPr/>
          </p:nvSpPr>
          <p:spPr>
            <a:xfrm>
              <a:off x="2532675" y="3049800"/>
              <a:ext cx="90800" cy="173075"/>
            </a:xfrm>
            <a:custGeom>
              <a:avLst/>
              <a:gdLst/>
              <a:ahLst/>
              <a:cxnLst/>
              <a:rect l="l" t="t" r="r" b="b"/>
              <a:pathLst>
                <a:path w="3632" h="6923" extrusionOk="0">
                  <a:moveTo>
                    <a:pt x="3269" y="0"/>
                  </a:moveTo>
                  <a:cubicBezTo>
                    <a:pt x="2686" y="794"/>
                    <a:pt x="2172" y="1494"/>
                    <a:pt x="1658" y="2218"/>
                  </a:cubicBezTo>
                  <a:cubicBezTo>
                    <a:pt x="1308" y="2673"/>
                    <a:pt x="993" y="3164"/>
                    <a:pt x="713" y="3677"/>
                  </a:cubicBezTo>
                  <a:cubicBezTo>
                    <a:pt x="1" y="5066"/>
                    <a:pt x="795" y="6339"/>
                    <a:pt x="2160" y="6922"/>
                  </a:cubicBezTo>
                  <a:cubicBezTo>
                    <a:pt x="2172" y="6899"/>
                    <a:pt x="2184" y="6864"/>
                    <a:pt x="2160" y="6841"/>
                  </a:cubicBezTo>
                  <a:cubicBezTo>
                    <a:pt x="2125" y="6736"/>
                    <a:pt x="2067" y="6631"/>
                    <a:pt x="2020" y="6525"/>
                  </a:cubicBezTo>
                  <a:cubicBezTo>
                    <a:pt x="1588" y="5638"/>
                    <a:pt x="1542" y="4775"/>
                    <a:pt x="2125" y="3934"/>
                  </a:cubicBezTo>
                  <a:cubicBezTo>
                    <a:pt x="2534" y="3350"/>
                    <a:pt x="2966" y="2779"/>
                    <a:pt x="3293" y="2160"/>
                  </a:cubicBezTo>
                  <a:cubicBezTo>
                    <a:pt x="3631" y="1494"/>
                    <a:pt x="3584" y="782"/>
                    <a:pt x="32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" name="Google Shape;229;p29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0" name="Google Shape;230;p29"/>
          <p:cNvGrpSpPr/>
          <p:nvPr/>
        </p:nvGrpSpPr>
        <p:grpSpPr>
          <a:xfrm>
            <a:off x="1055867" y="4191425"/>
            <a:ext cx="218949" cy="282300"/>
            <a:chOff x="1454525" y="4245300"/>
            <a:chExt cx="217125" cy="282300"/>
          </a:xfrm>
        </p:grpSpPr>
        <p:sp>
          <p:nvSpPr>
            <p:cNvPr id="231" name="Google Shape;231;p29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9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" name="Google Shape;233;p29"/>
          <p:cNvGrpSpPr/>
          <p:nvPr/>
        </p:nvGrpSpPr>
        <p:grpSpPr>
          <a:xfrm rot="2500248">
            <a:off x="647156" y="4214240"/>
            <a:ext cx="135889" cy="176679"/>
            <a:chOff x="1454525" y="4245300"/>
            <a:chExt cx="217125" cy="282300"/>
          </a:xfrm>
        </p:grpSpPr>
        <p:sp>
          <p:nvSpPr>
            <p:cNvPr id="234" name="Google Shape;234;p29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9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0"/>
          <p:cNvSpPr txBox="1">
            <a:spLocks noGrp="1"/>
          </p:cNvSpPr>
          <p:nvPr>
            <p:ph type="title"/>
          </p:nvPr>
        </p:nvSpPr>
        <p:spPr>
          <a:xfrm>
            <a:off x="2391900" y="2333330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Description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41" name="Google Shape;241;p30"/>
          <p:cNvSpPr txBox="1">
            <a:spLocks noGrp="1"/>
          </p:cNvSpPr>
          <p:nvPr>
            <p:ph type="title" idx="2"/>
          </p:nvPr>
        </p:nvSpPr>
        <p:spPr>
          <a:xfrm>
            <a:off x="3707700" y="1047900"/>
            <a:ext cx="1728600" cy="134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42" name="Google Shape;242;p30"/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30"/>
          <p:cNvSpPr/>
          <p:nvPr/>
        </p:nvSpPr>
        <p:spPr>
          <a:xfrm flipH="1">
            <a:off x="6821512" y="3826300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4" name="Google Shape;244;p30"/>
          <p:cNvGrpSpPr/>
          <p:nvPr/>
        </p:nvGrpSpPr>
        <p:grpSpPr>
          <a:xfrm flipH="1">
            <a:off x="7557962" y="4628700"/>
            <a:ext cx="469550" cy="374575"/>
            <a:chOff x="1101425" y="4597125"/>
            <a:chExt cx="469550" cy="374575"/>
          </a:xfrm>
        </p:grpSpPr>
        <p:sp>
          <p:nvSpPr>
            <p:cNvPr id="245" name="Google Shape;245;p30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0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" name="Google Shape;247;p30"/>
          <p:cNvGrpSpPr/>
          <p:nvPr/>
        </p:nvGrpSpPr>
        <p:grpSpPr>
          <a:xfrm flipH="1">
            <a:off x="7457287" y="4276875"/>
            <a:ext cx="217125" cy="282300"/>
            <a:chOff x="1454525" y="4245300"/>
            <a:chExt cx="217125" cy="282300"/>
          </a:xfrm>
        </p:grpSpPr>
        <p:sp>
          <p:nvSpPr>
            <p:cNvPr id="248" name="Google Shape;248;p30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0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" name="Google Shape;250;p30"/>
          <p:cNvSpPr/>
          <p:nvPr/>
        </p:nvSpPr>
        <p:spPr>
          <a:xfrm>
            <a:off x="-36825" y="0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30"/>
          <p:cNvSpPr/>
          <p:nvPr/>
        </p:nvSpPr>
        <p:spPr>
          <a:xfrm flipH="1">
            <a:off x="7221394" y="0"/>
            <a:ext cx="2192368" cy="1558871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2" name="Google Shape;252;p30"/>
          <p:cNvGrpSpPr/>
          <p:nvPr/>
        </p:nvGrpSpPr>
        <p:grpSpPr>
          <a:xfrm rot="-2500248" flipH="1">
            <a:off x="7784717" y="4359678"/>
            <a:ext cx="135889" cy="176679"/>
            <a:chOff x="1454525" y="4245300"/>
            <a:chExt cx="217125" cy="282300"/>
          </a:xfrm>
        </p:grpSpPr>
        <p:sp>
          <p:nvSpPr>
            <p:cNvPr id="253" name="Google Shape;253;p30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0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" name="Google Shape;255;p30"/>
          <p:cNvSpPr/>
          <p:nvPr/>
        </p:nvSpPr>
        <p:spPr>
          <a:xfrm flipH="1">
            <a:off x="566766" y="186392"/>
            <a:ext cx="2286421" cy="1107918"/>
          </a:xfrm>
          <a:custGeom>
            <a:avLst/>
            <a:gdLst/>
            <a:ahLst/>
            <a:cxnLst/>
            <a:rect l="l" t="t" r="r" b="b"/>
            <a:pathLst>
              <a:path w="99931" h="48423" extrusionOk="0">
                <a:moveTo>
                  <a:pt x="66117" y="0"/>
                </a:moveTo>
                <a:cubicBezTo>
                  <a:pt x="65478" y="0"/>
                  <a:pt x="64837" y="16"/>
                  <a:pt x="64196" y="16"/>
                </a:cubicBezTo>
                <a:cubicBezTo>
                  <a:pt x="64092" y="16"/>
                  <a:pt x="63989" y="16"/>
                  <a:pt x="63885" y="15"/>
                </a:cubicBezTo>
                <a:cubicBezTo>
                  <a:pt x="63824" y="14"/>
                  <a:pt x="63763" y="14"/>
                  <a:pt x="63702" y="14"/>
                </a:cubicBezTo>
                <a:cubicBezTo>
                  <a:pt x="62058" y="14"/>
                  <a:pt x="60405" y="166"/>
                  <a:pt x="58784" y="458"/>
                </a:cubicBezTo>
                <a:cubicBezTo>
                  <a:pt x="56671" y="832"/>
                  <a:pt x="54570" y="1205"/>
                  <a:pt x="52492" y="1696"/>
                </a:cubicBezTo>
                <a:cubicBezTo>
                  <a:pt x="50613" y="2139"/>
                  <a:pt x="48746" y="2688"/>
                  <a:pt x="46913" y="3283"/>
                </a:cubicBezTo>
                <a:cubicBezTo>
                  <a:pt x="44742" y="3995"/>
                  <a:pt x="42606" y="4754"/>
                  <a:pt x="40493" y="5594"/>
                </a:cubicBezTo>
                <a:cubicBezTo>
                  <a:pt x="37668" y="6703"/>
                  <a:pt x="34890" y="7917"/>
                  <a:pt x="32088" y="9061"/>
                </a:cubicBezTo>
                <a:cubicBezTo>
                  <a:pt x="30501" y="9703"/>
                  <a:pt x="28902" y="10310"/>
                  <a:pt x="27291" y="10894"/>
                </a:cubicBezTo>
                <a:cubicBezTo>
                  <a:pt x="27120" y="10951"/>
                  <a:pt x="26941" y="10980"/>
                  <a:pt x="26763" y="10980"/>
                </a:cubicBezTo>
                <a:cubicBezTo>
                  <a:pt x="26614" y="10980"/>
                  <a:pt x="26466" y="10960"/>
                  <a:pt x="26322" y="10917"/>
                </a:cubicBezTo>
                <a:cubicBezTo>
                  <a:pt x="25552" y="10614"/>
                  <a:pt x="25342" y="9878"/>
                  <a:pt x="25855" y="9201"/>
                </a:cubicBezTo>
                <a:cubicBezTo>
                  <a:pt x="26381" y="8477"/>
                  <a:pt x="26987" y="7835"/>
                  <a:pt x="27665" y="7263"/>
                </a:cubicBezTo>
                <a:cubicBezTo>
                  <a:pt x="29240" y="5991"/>
                  <a:pt x="30898" y="4836"/>
                  <a:pt x="32497" y="3587"/>
                </a:cubicBezTo>
                <a:cubicBezTo>
                  <a:pt x="33151" y="3026"/>
                  <a:pt x="33781" y="2431"/>
                  <a:pt x="34376" y="1812"/>
                </a:cubicBezTo>
                <a:cubicBezTo>
                  <a:pt x="34598" y="1591"/>
                  <a:pt x="34738" y="1287"/>
                  <a:pt x="34551" y="984"/>
                </a:cubicBezTo>
                <a:cubicBezTo>
                  <a:pt x="34384" y="727"/>
                  <a:pt x="34133" y="662"/>
                  <a:pt x="33849" y="662"/>
                </a:cubicBezTo>
                <a:cubicBezTo>
                  <a:pt x="33796" y="662"/>
                  <a:pt x="33742" y="665"/>
                  <a:pt x="33688" y="668"/>
                </a:cubicBezTo>
                <a:cubicBezTo>
                  <a:pt x="32532" y="750"/>
                  <a:pt x="31388" y="984"/>
                  <a:pt x="30303" y="1392"/>
                </a:cubicBezTo>
                <a:cubicBezTo>
                  <a:pt x="28482" y="2011"/>
                  <a:pt x="26672" y="2688"/>
                  <a:pt x="24886" y="3411"/>
                </a:cubicBezTo>
                <a:cubicBezTo>
                  <a:pt x="22622" y="4345"/>
                  <a:pt x="20462" y="5501"/>
                  <a:pt x="18350" y="6750"/>
                </a:cubicBezTo>
                <a:cubicBezTo>
                  <a:pt x="15198" y="8618"/>
                  <a:pt x="12221" y="10742"/>
                  <a:pt x="9548" y="13252"/>
                </a:cubicBezTo>
                <a:cubicBezTo>
                  <a:pt x="8113" y="14629"/>
                  <a:pt x="6759" y="16076"/>
                  <a:pt x="5463" y="17582"/>
                </a:cubicBezTo>
                <a:cubicBezTo>
                  <a:pt x="3969" y="19333"/>
                  <a:pt x="2685" y="21259"/>
                  <a:pt x="1623" y="23302"/>
                </a:cubicBezTo>
                <a:cubicBezTo>
                  <a:pt x="514" y="25380"/>
                  <a:pt x="117" y="27621"/>
                  <a:pt x="23" y="29944"/>
                </a:cubicBezTo>
                <a:cubicBezTo>
                  <a:pt x="0" y="31018"/>
                  <a:pt x="152" y="32080"/>
                  <a:pt x="467" y="33095"/>
                </a:cubicBezTo>
                <a:cubicBezTo>
                  <a:pt x="887" y="34449"/>
                  <a:pt x="1704" y="35652"/>
                  <a:pt x="2813" y="36551"/>
                </a:cubicBezTo>
                <a:cubicBezTo>
                  <a:pt x="4284" y="37729"/>
                  <a:pt x="5988" y="38185"/>
                  <a:pt x="7821" y="38196"/>
                </a:cubicBezTo>
                <a:cubicBezTo>
                  <a:pt x="9350" y="38185"/>
                  <a:pt x="10856" y="37928"/>
                  <a:pt x="12291" y="37426"/>
                </a:cubicBezTo>
                <a:cubicBezTo>
                  <a:pt x="14381" y="36726"/>
                  <a:pt x="16319" y="35745"/>
                  <a:pt x="18023" y="34356"/>
                </a:cubicBezTo>
                <a:cubicBezTo>
                  <a:pt x="19330" y="33282"/>
                  <a:pt x="20579" y="32138"/>
                  <a:pt x="21886" y="31088"/>
                </a:cubicBezTo>
                <a:cubicBezTo>
                  <a:pt x="24244" y="29220"/>
                  <a:pt x="26766" y="27574"/>
                  <a:pt x="29427" y="26197"/>
                </a:cubicBezTo>
                <a:cubicBezTo>
                  <a:pt x="31563" y="25076"/>
                  <a:pt x="33793" y="24142"/>
                  <a:pt x="36081" y="23419"/>
                </a:cubicBezTo>
                <a:cubicBezTo>
                  <a:pt x="38158" y="22765"/>
                  <a:pt x="40306" y="22321"/>
                  <a:pt x="42466" y="22111"/>
                </a:cubicBezTo>
                <a:cubicBezTo>
                  <a:pt x="43633" y="22006"/>
                  <a:pt x="44812" y="21995"/>
                  <a:pt x="45979" y="21960"/>
                </a:cubicBezTo>
                <a:cubicBezTo>
                  <a:pt x="46015" y="21959"/>
                  <a:pt x="46051" y="21958"/>
                  <a:pt x="46086" y="21958"/>
                </a:cubicBezTo>
                <a:cubicBezTo>
                  <a:pt x="46519" y="21958"/>
                  <a:pt x="46960" y="22019"/>
                  <a:pt x="47391" y="22030"/>
                </a:cubicBezTo>
                <a:cubicBezTo>
                  <a:pt x="48174" y="22053"/>
                  <a:pt x="48956" y="22041"/>
                  <a:pt x="49726" y="22076"/>
                </a:cubicBezTo>
                <a:cubicBezTo>
                  <a:pt x="50952" y="22146"/>
                  <a:pt x="52166" y="22181"/>
                  <a:pt x="53380" y="22333"/>
                </a:cubicBezTo>
                <a:cubicBezTo>
                  <a:pt x="54955" y="22520"/>
                  <a:pt x="56543" y="22765"/>
                  <a:pt x="58119" y="23057"/>
                </a:cubicBezTo>
                <a:cubicBezTo>
                  <a:pt x="59543" y="23337"/>
                  <a:pt x="60955" y="23757"/>
                  <a:pt x="62239" y="24458"/>
                </a:cubicBezTo>
                <a:cubicBezTo>
                  <a:pt x="63348" y="25053"/>
                  <a:pt x="64387" y="25777"/>
                  <a:pt x="65461" y="26454"/>
                </a:cubicBezTo>
                <a:cubicBezTo>
                  <a:pt x="66395" y="27026"/>
                  <a:pt x="67305" y="27633"/>
                  <a:pt x="68414" y="27843"/>
                </a:cubicBezTo>
                <a:cubicBezTo>
                  <a:pt x="68502" y="27858"/>
                  <a:pt x="68590" y="27866"/>
                  <a:pt x="68677" y="27866"/>
                </a:cubicBezTo>
                <a:cubicBezTo>
                  <a:pt x="69572" y="27866"/>
                  <a:pt x="70374" y="27080"/>
                  <a:pt x="70118" y="26197"/>
                </a:cubicBezTo>
                <a:cubicBezTo>
                  <a:pt x="69978" y="25765"/>
                  <a:pt x="69733" y="25368"/>
                  <a:pt x="69418" y="25041"/>
                </a:cubicBezTo>
                <a:cubicBezTo>
                  <a:pt x="68391" y="23874"/>
                  <a:pt x="67002" y="23290"/>
                  <a:pt x="65566" y="22788"/>
                </a:cubicBezTo>
                <a:cubicBezTo>
                  <a:pt x="64971" y="22567"/>
                  <a:pt x="64399" y="22298"/>
                  <a:pt x="63862" y="21960"/>
                </a:cubicBezTo>
                <a:cubicBezTo>
                  <a:pt x="63523" y="21761"/>
                  <a:pt x="63558" y="21469"/>
                  <a:pt x="63897" y="21329"/>
                </a:cubicBezTo>
                <a:cubicBezTo>
                  <a:pt x="64156" y="21219"/>
                  <a:pt x="64442" y="21161"/>
                  <a:pt x="64731" y="21161"/>
                </a:cubicBezTo>
                <a:cubicBezTo>
                  <a:pt x="64780" y="21161"/>
                  <a:pt x="64828" y="21162"/>
                  <a:pt x="64877" y="21166"/>
                </a:cubicBezTo>
                <a:cubicBezTo>
                  <a:pt x="66418" y="21283"/>
                  <a:pt x="67830" y="21866"/>
                  <a:pt x="69161" y="22602"/>
                </a:cubicBezTo>
                <a:cubicBezTo>
                  <a:pt x="70352" y="23244"/>
                  <a:pt x="71496" y="23956"/>
                  <a:pt x="72628" y="24679"/>
                </a:cubicBezTo>
                <a:cubicBezTo>
                  <a:pt x="74834" y="26092"/>
                  <a:pt x="77017" y="27527"/>
                  <a:pt x="78955" y="29302"/>
                </a:cubicBezTo>
                <a:cubicBezTo>
                  <a:pt x="80694" y="30878"/>
                  <a:pt x="82223" y="32675"/>
                  <a:pt x="83484" y="34648"/>
                </a:cubicBezTo>
                <a:cubicBezTo>
                  <a:pt x="85188" y="37368"/>
                  <a:pt x="86425" y="40286"/>
                  <a:pt x="87698" y="43204"/>
                </a:cubicBezTo>
                <a:cubicBezTo>
                  <a:pt x="88059" y="44033"/>
                  <a:pt x="88491" y="44838"/>
                  <a:pt x="88993" y="45609"/>
                </a:cubicBezTo>
                <a:cubicBezTo>
                  <a:pt x="89256" y="45993"/>
                  <a:pt x="89586" y="46146"/>
                  <a:pt x="89907" y="46146"/>
                </a:cubicBezTo>
                <a:cubicBezTo>
                  <a:pt x="90387" y="46146"/>
                  <a:pt x="90847" y="45806"/>
                  <a:pt x="91036" y="45387"/>
                </a:cubicBezTo>
                <a:cubicBezTo>
                  <a:pt x="91374" y="44651"/>
                  <a:pt x="91316" y="43881"/>
                  <a:pt x="91223" y="43111"/>
                </a:cubicBezTo>
                <a:cubicBezTo>
                  <a:pt x="91036" y="41523"/>
                  <a:pt x="90499" y="40006"/>
                  <a:pt x="89635" y="38652"/>
                </a:cubicBezTo>
                <a:cubicBezTo>
                  <a:pt x="88783" y="37309"/>
                  <a:pt x="87803" y="36072"/>
                  <a:pt x="86892" y="34753"/>
                </a:cubicBezTo>
                <a:cubicBezTo>
                  <a:pt x="86495" y="34169"/>
                  <a:pt x="86133" y="33562"/>
                  <a:pt x="85795" y="32932"/>
                </a:cubicBezTo>
                <a:cubicBezTo>
                  <a:pt x="85631" y="32640"/>
                  <a:pt x="85491" y="32302"/>
                  <a:pt x="85830" y="32010"/>
                </a:cubicBezTo>
                <a:cubicBezTo>
                  <a:pt x="85953" y="31899"/>
                  <a:pt x="86075" y="31858"/>
                  <a:pt x="86194" y="31858"/>
                </a:cubicBezTo>
                <a:cubicBezTo>
                  <a:pt x="86403" y="31858"/>
                  <a:pt x="86606" y="31983"/>
                  <a:pt x="86799" y="32080"/>
                </a:cubicBezTo>
                <a:cubicBezTo>
                  <a:pt x="87674" y="32512"/>
                  <a:pt x="88340" y="33212"/>
                  <a:pt x="88958" y="33924"/>
                </a:cubicBezTo>
                <a:cubicBezTo>
                  <a:pt x="90546" y="35757"/>
                  <a:pt x="91725" y="37846"/>
                  <a:pt x="92729" y="40029"/>
                </a:cubicBezTo>
                <a:cubicBezTo>
                  <a:pt x="93627" y="42013"/>
                  <a:pt x="94503" y="44009"/>
                  <a:pt x="95448" y="45970"/>
                </a:cubicBezTo>
                <a:cubicBezTo>
                  <a:pt x="95798" y="46647"/>
                  <a:pt x="96230" y="47278"/>
                  <a:pt x="96744" y="47838"/>
                </a:cubicBezTo>
                <a:cubicBezTo>
                  <a:pt x="97027" y="48216"/>
                  <a:pt x="97468" y="48423"/>
                  <a:pt x="97922" y="48423"/>
                </a:cubicBezTo>
                <a:cubicBezTo>
                  <a:pt x="98086" y="48423"/>
                  <a:pt x="98252" y="48396"/>
                  <a:pt x="98413" y="48340"/>
                </a:cubicBezTo>
                <a:cubicBezTo>
                  <a:pt x="99219" y="48095"/>
                  <a:pt x="99475" y="47406"/>
                  <a:pt x="99650" y="46694"/>
                </a:cubicBezTo>
                <a:cubicBezTo>
                  <a:pt x="99931" y="45574"/>
                  <a:pt x="99919" y="44441"/>
                  <a:pt x="99837" y="43286"/>
                </a:cubicBezTo>
                <a:cubicBezTo>
                  <a:pt x="99744" y="41955"/>
                  <a:pt x="99534" y="40624"/>
                  <a:pt x="99230" y="39329"/>
                </a:cubicBezTo>
                <a:cubicBezTo>
                  <a:pt x="98845" y="37613"/>
                  <a:pt x="98296" y="35944"/>
                  <a:pt x="97584" y="34333"/>
                </a:cubicBezTo>
                <a:cubicBezTo>
                  <a:pt x="97223" y="33516"/>
                  <a:pt x="96767" y="32745"/>
                  <a:pt x="96464" y="31916"/>
                </a:cubicBezTo>
                <a:cubicBezTo>
                  <a:pt x="95962" y="30562"/>
                  <a:pt x="95542" y="29173"/>
                  <a:pt x="95110" y="27796"/>
                </a:cubicBezTo>
                <a:cubicBezTo>
                  <a:pt x="94479" y="25765"/>
                  <a:pt x="93931" y="23710"/>
                  <a:pt x="93207" y="21703"/>
                </a:cubicBezTo>
                <a:cubicBezTo>
                  <a:pt x="92542" y="19835"/>
                  <a:pt x="91783" y="17991"/>
                  <a:pt x="90943" y="16205"/>
                </a:cubicBezTo>
                <a:cubicBezTo>
                  <a:pt x="90277" y="14851"/>
                  <a:pt x="89530" y="13543"/>
                  <a:pt x="88701" y="12294"/>
                </a:cubicBezTo>
                <a:cubicBezTo>
                  <a:pt x="87347" y="10182"/>
                  <a:pt x="85701" y="8279"/>
                  <a:pt x="83799" y="6645"/>
                </a:cubicBezTo>
                <a:cubicBezTo>
                  <a:pt x="81791" y="4917"/>
                  <a:pt x="79550" y="3505"/>
                  <a:pt x="77134" y="2419"/>
                </a:cubicBezTo>
                <a:cubicBezTo>
                  <a:pt x="74145" y="1077"/>
                  <a:pt x="70959" y="271"/>
                  <a:pt x="67690" y="50"/>
                </a:cubicBezTo>
                <a:cubicBezTo>
                  <a:pt x="67168" y="11"/>
                  <a:pt x="66643" y="0"/>
                  <a:pt x="6611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30"/>
          <p:cNvSpPr/>
          <p:nvPr/>
        </p:nvSpPr>
        <p:spPr>
          <a:xfrm rot="-5400000" flipH="1">
            <a:off x="7540074" y="3891037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4549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262" name="Google Shape;262;p31"/>
          <p:cNvSpPr txBox="1">
            <a:spLocks noGrp="1"/>
          </p:cNvSpPr>
          <p:nvPr>
            <p:ph type="body" idx="1"/>
          </p:nvPr>
        </p:nvSpPr>
        <p:spPr>
          <a:xfrm>
            <a:off x="691025" y="1196750"/>
            <a:ext cx="4549500" cy="266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CA" sz="1600" dirty="0"/>
              <a:t>Welcome to our Comfy Cozy Café, ordering system!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C# desktop application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Designed to help you choose your drinks and pastries quickly and efficiently.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Allows you to add items to the virtual cart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Choose to have it delivered or to pick them up yourself. </a:t>
            </a:r>
            <a:endParaRPr sz="1600" dirty="0"/>
          </a:p>
        </p:txBody>
      </p:sp>
      <p:grpSp>
        <p:nvGrpSpPr>
          <p:cNvPr id="264" name="Google Shape;264;p31"/>
          <p:cNvGrpSpPr/>
          <p:nvPr/>
        </p:nvGrpSpPr>
        <p:grpSpPr>
          <a:xfrm>
            <a:off x="262050" y="4515075"/>
            <a:ext cx="469550" cy="374575"/>
            <a:chOff x="1101425" y="4597125"/>
            <a:chExt cx="469550" cy="374575"/>
          </a:xfrm>
        </p:grpSpPr>
        <p:sp>
          <p:nvSpPr>
            <p:cNvPr id="265" name="Google Shape;265;p31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1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7" name="Google Shape;267;p31"/>
          <p:cNvGrpSpPr/>
          <p:nvPr/>
        </p:nvGrpSpPr>
        <p:grpSpPr>
          <a:xfrm>
            <a:off x="615150" y="4163250"/>
            <a:ext cx="217125" cy="282300"/>
            <a:chOff x="1454525" y="4245300"/>
            <a:chExt cx="217125" cy="282300"/>
          </a:xfrm>
        </p:grpSpPr>
        <p:sp>
          <p:nvSpPr>
            <p:cNvPr id="268" name="Google Shape;268;p31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1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" name="Google Shape;270;p31"/>
          <p:cNvGrpSpPr/>
          <p:nvPr/>
        </p:nvGrpSpPr>
        <p:grpSpPr>
          <a:xfrm rot="2500248">
            <a:off x="368956" y="4246053"/>
            <a:ext cx="135889" cy="176679"/>
            <a:chOff x="1454525" y="4245300"/>
            <a:chExt cx="217125" cy="282300"/>
          </a:xfrm>
        </p:grpSpPr>
        <p:sp>
          <p:nvSpPr>
            <p:cNvPr id="271" name="Google Shape;271;p31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1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B394A123-382B-1F09-63C7-10D213176693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3"/>
          <a:srcRect t="3817" b="3817"/>
          <a:stretch/>
        </p:blipFill>
        <p:spPr>
          <a:xfrm>
            <a:off x="5996102" y="1671782"/>
            <a:ext cx="2456873" cy="19406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3"/>
          <p:cNvSpPr txBox="1">
            <a:spLocks noGrp="1"/>
          </p:cNvSpPr>
          <p:nvPr>
            <p:ph type="subTitle" idx="1"/>
          </p:nvPr>
        </p:nvSpPr>
        <p:spPr>
          <a:xfrm>
            <a:off x="865391" y="2776609"/>
            <a:ext cx="23058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English (Default)</a:t>
            </a:r>
            <a:endParaRPr dirty="0"/>
          </a:p>
        </p:txBody>
      </p:sp>
      <p:sp>
        <p:nvSpPr>
          <p:cNvPr id="297" name="Google Shape;297;p33"/>
          <p:cNvSpPr txBox="1">
            <a:spLocks noGrp="1"/>
          </p:cNvSpPr>
          <p:nvPr>
            <p:ph type="subTitle" idx="5"/>
          </p:nvPr>
        </p:nvSpPr>
        <p:spPr>
          <a:xfrm>
            <a:off x="3419850" y="2776609"/>
            <a:ext cx="23043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French</a:t>
            </a:r>
            <a:endParaRPr dirty="0"/>
          </a:p>
        </p:txBody>
      </p:sp>
      <p:sp>
        <p:nvSpPr>
          <p:cNvPr id="298" name="Google Shape;298;p33"/>
          <p:cNvSpPr txBox="1">
            <a:spLocks noGrp="1"/>
          </p:cNvSpPr>
          <p:nvPr>
            <p:ph type="subTitle" idx="6"/>
          </p:nvPr>
        </p:nvSpPr>
        <p:spPr>
          <a:xfrm>
            <a:off x="6119700" y="2776609"/>
            <a:ext cx="23043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Spanish</a:t>
            </a:r>
            <a:endParaRPr dirty="0"/>
          </a:p>
        </p:txBody>
      </p:sp>
      <p:sp>
        <p:nvSpPr>
          <p:cNvPr id="299" name="Google Shape;299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303" name="Google Shape;303;p33"/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320FEA-5605-4017-D30B-25DD20E36FBF}"/>
              </a:ext>
            </a:extLst>
          </p:cNvPr>
          <p:cNvSpPr txBox="1"/>
          <p:nvPr/>
        </p:nvSpPr>
        <p:spPr>
          <a:xfrm>
            <a:off x="866804" y="2107759"/>
            <a:ext cx="74103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application is offered in 3 languages: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br>
              <a:rPr lang="en" dirty="0"/>
            </a:br>
            <a:endParaRPr dirty="0">
              <a:solidFill>
                <a:schemeClr val="lt2"/>
              </a:solidFill>
            </a:endParaRPr>
          </a:p>
        </p:txBody>
      </p:sp>
      <p:sp>
        <p:nvSpPr>
          <p:cNvPr id="313" name="Google Shape;313;p34"/>
          <p:cNvSpPr txBox="1">
            <a:spLocks noGrp="1"/>
          </p:cNvSpPr>
          <p:nvPr>
            <p:ph type="subTitle" idx="1"/>
          </p:nvPr>
        </p:nvSpPr>
        <p:spPr>
          <a:xfrm>
            <a:off x="534500" y="2298555"/>
            <a:ext cx="30378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indent="0"/>
            <a:r>
              <a:rPr lang="en-CA" sz="1600" dirty="0"/>
              <a:t>Browse Hot Drinks, Cold Drinks, Pastries, and prices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4" name="Google Shape;314;p34"/>
          <p:cNvSpPr txBox="1">
            <a:spLocks noGrp="1"/>
          </p:cNvSpPr>
          <p:nvPr>
            <p:ph type="subTitle" idx="6"/>
          </p:nvPr>
        </p:nvSpPr>
        <p:spPr>
          <a:xfrm>
            <a:off x="618400" y="3236369"/>
            <a:ext cx="30378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-CA" dirty="0"/>
              <a:t>Review, edit, and remove items in the Cart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5" name="Google Shape;315;p34"/>
          <p:cNvSpPr txBox="1">
            <a:spLocks noGrp="1"/>
          </p:cNvSpPr>
          <p:nvPr>
            <p:ph type="subTitle" idx="7"/>
          </p:nvPr>
        </p:nvSpPr>
        <p:spPr>
          <a:xfrm>
            <a:off x="5000461" y="952755"/>
            <a:ext cx="30267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indent="0"/>
            <a:r>
              <a:rPr lang="en-CA" dirty="0"/>
              <a:t>Select sizes, quantity, and custom additions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6" name="Google Shape;316;p34"/>
          <p:cNvSpPr txBox="1">
            <a:spLocks noGrp="1"/>
          </p:cNvSpPr>
          <p:nvPr>
            <p:ph type="subTitle" idx="8"/>
          </p:nvPr>
        </p:nvSpPr>
        <p:spPr>
          <a:xfrm>
            <a:off x="4989361" y="2898921"/>
            <a:ext cx="30267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Provides confirmation messages</a:t>
            </a:r>
          </a:p>
        </p:txBody>
      </p:sp>
      <p:grpSp>
        <p:nvGrpSpPr>
          <p:cNvPr id="317" name="Google Shape;317;p34"/>
          <p:cNvGrpSpPr/>
          <p:nvPr/>
        </p:nvGrpSpPr>
        <p:grpSpPr>
          <a:xfrm flipH="1">
            <a:off x="8464077" y="4362200"/>
            <a:ext cx="218949" cy="282300"/>
            <a:chOff x="1454525" y="4245300"/>
            <a:chExt cx="217125" cy="282300"/>
          </a:xfrm>
        </p:grpSpPr>
        <p:sp>
          <p:nvSpPr>
            <p:cNvPr id="318" name="Google Shape;318;p34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34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0" name="Google Shape;320;p34"/>
          <p:cNvGrpSpPr/>
          <p:nvPr/>
        </p:nvGrpSpPr>
        <p:grpSpPr>
          <a:xfrm rot="-2500248" flipH="1">
            <a:off x="8807535" y="4290440"/>
            <a:ext cx="135889" cy="176679"/>
            <a:chOff x="1454525" y="4245300"/>
            <a:chExt cx="217125" cy="282300"/>
          </a:xfrm>
        </p:grpSpPr>
        <p:sp>
          <p:nvSpPr>
            <p:cNvPr id="321" name="Google Shape;321;p34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4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8BF7B2-7690-8E66-6E71-F9F22B12F079}"/>
              </a:ext>
            </a:extLst>
          </p:cNvPr>
          <p:cNvSpPr txBox="1"/>
          <p:nvPr/>
        </p:nvSpPr>
        <p:spPr>
          <a:xfrm>
            <a:off x="143163" y="1226466"/>
            <a:ext cx="7957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system lets you:</a:t>
            </a:r>
          </a:p>
        </p:txBody>
      </p:sp>
      <p:sp>
        <p:nvSpPr>
          <p:cNvPr id="5" name="Google Shape;314;p34">
            <a:extLst>
              <a:ext uri="{FF2B5EF4-FFF2-40B4-BE49-F238E27FC236}">
                <a16:creationId xmlns:a16="http://schemas.microsoft.com/office/drawing/2014/main" id="{8067693C-4DEC-2A48-DFCA-800B510083E5}"/>
              </a:ext>
            </a:extLst>
          </p:cNvPr>
          <p:cNvSpPr txBox="1">
            <a:spLocks/>
          </p:cNvSpPr>
          <p:nvPr/>
        </p:nvSpPr>
        <p:spPr>
          <a:xfrm>
            <a:off x="4989361" y="2164280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Provide customer information for pickup and delivery</a:t>
            </a:r>
          </a:p>
          <a:p>
            <a:pPr marL="0" indent="0"/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6" name="Google Shape;314;p34">
            <a:extLst>
              <a:ext uri="{FF2B5EF4-FFF2-40B4-BE49-F238E27FC236}">
                <a16:creationId xmlns:a16="http://schemas.microsoft.com/office/drawing/2014/main" id="{840DEFD2-1135-4A61-3726-8EDFFAE65E05}"/>
              </a:ext>
            </a:extLst>
          </p:cNvPr>
          <p:cNvSpPr txBox="1">
            <a:spLocks/>
          </p:cNvSpPr>
          <p:nvPr/>
        </p:nvSpPr>
        <p:spPr>
          <a:xfrm>
            <a:off x="5229853" y="3866935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Change the language of the entire application</a:t>
            </a:r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7" name="Google Shape;314;p34">
            <a:extLst>
              <a:ext uri="{FF2B5EF4-FFF2-40B4-BE49-F238E27FC236}">
                <a16:creationId xmlns:a16="http://schemas.microsoft.com/office/drawing/2014/main" id="{6F7E97FE-41A6-9293-46FF-ECB6A351024B}"/>
              </a:ext>
            </a:extLst>
          </p:cNvPr>
          <p:cNvSpPr txBox="1">
            <a:spLocks/>
          </p:cNvSpPr>
          <p:nvPr/>
        </p:nvSpPr>
        <p:spPr>
          <a:xfrm>
            <a:off x="534500" y="3937087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A database</a:t>
            </a:r>
          </a:p>
          <a:p>
            <a:pPr marL="0" indent="0"/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5"/>
          <p:cNvSpPr txBox="1">
            <a:spLocks noGrp="1"/>
          </p:cNvSpPr>
          <p:nvPr>
            <p:ph type="subTitle" idx="13"/>
          </p:nvPr>
        </p:nvSpPr>
        <p:spPr>
          <a:xfrm>
            <a:off x="555834" y="3319825"/>
            <a:ext cx="23451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.NET Desktop Runtime</a:t>
            </a:r>
          </a:p>
        </p:txBody>
      </p:sp>
      <p:sp>
        <p:nvSpPr>
          <p:cNvPr id="330" name="Google Shape;330;p35"/>
          <p:cNvSpPr txBox="1">
            <a:spLocks noGrp="1"/>
          </p:cNvSpPr>
          <p:nvPr>
            <p:ph type="subTitle" idx="7"/>
          </p:nvPr>
        </p:nvSpPr>
        <p:spPr>
          <a:xfrm>
            <a:off x="744562" y="2351393"/>
            <a:ext cx="23451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-CA" dirty="0"/>
              <a:t>Windows 10 or 11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31" name="Google Shape;331;p35"/>
          <p:cNvSpPr txBox="1">
            <a:spLocks noGrp="1"/>
          </p:cNvSpPr>
          <p:nvPr>
            <p:ph type="subTitle" idx="8"/>
          </p:nvPr>
        </p:nvSpPr>
        <p:spPr>
          <a:xfrm>
            <a:off x="4277071" y="2034450"/>
            <a:ext cx="23493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Database files</a:t>
            </a:r>
          </a:p>
        </p:txBody>
      </p:sp>
      <p:sp>
        <p:nvSpPr>
          <p:cNvPr id="332" name="Google Shape;332;p35"/>
          <p:cNvSpPr txBox="1">
            <a:spLocks noGrp="1"/>
          </p:cNvSpPr>
          <p:nvPr>
            <p:ph type="subTitle" idx="9"/>
          </p:nvPr>
        </p:nvSpPr>
        <p:spPr>
          <a:xfrm>
            <a:off x="4277071" y="3319825"/>
            <a:ext cx="23499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At least 300 MB</a:t>
            </a:r>
          </a:p>
          <a:p>
            <a:pPr lvl="0"/>
            <a:r>
              <a:rPr lang="en-CA" dirty="0"/>
              <a:t>of free space</a:t>
            </a:r>
          </a:p>
        </p:txBody>
      </p:sp>
      <p:sp>
        <p:nvSpPr>
          <p:cNvPr id="333" name="Google Shape;333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340" name="Google Shape;340;p35"/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AA349C-52A2-7811-B2D8-4B949E3A5B02}"/>
              </a:ext>
            </a:extLst>
          </p:cNvPr>
          <p:cNvSpPr txBox="1"/>
          <p:nvPr/>
        </p:nvSpPr>
        <p:spPr>
          <a:xfrm>
            <a:off x="175491" y="1274618"/>
            <a:ext cx="3620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System requirements: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6"/>
          <p:cNvSpPr txBox="1">
            <a:spLocks noGrp="1"/>
          </p:cNvSpPr>
          <p:nvPr>
            <p:ph type="title"/>
          </p:nvPr>
        </p:nvSpPr>
        <p:spPr>
          <a:xfrm>
            <a:off x="1454525" y="120145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47" name="Google Shape;347;p36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6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" name="Google Shape;349;p36"/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350" name="Google Shape;350;p36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6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" name="Google Shape;352;p36"/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353" name="Google Shape;353;p36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" name="Google Shape;355;p36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36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7" name="Google Shape;357;p36"/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358" name="Google Shape;358;p36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6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0" name="Google Shape;360;p36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BE5B69-0077-D281-87D3-3D8A46F73B94}"/>
              </a:ext>
            </a:extLst>
          </p:cNvPr>
          <p:cNvSpPr txBox="1"/>
          <p:nvPr/>
        </p:nvSpPr>
        <p:spPr>
          <a:xfrm>
            <a:off x="2937164" y="2712555"/>
            <a:ext cx="301105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dirty="0"/>
              <a:t> </a:t>
            </a:r>
            <a:r>
              <a:rPr lang="en" sz="5000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Features</a:t>
            </a:r>
            <a:endParaRPr lang="en-CA" sz="5000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/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727EFE-D35F-7D04-AA2B-494E2F5E2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227" y="1283856"/>
            <a:ext cx="4903754" cy="30250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F904828-B486-ED70-4A6D-5EFEEC7F1171}"/>
              </a:ext>
            </a:extLst>
          </p:cNvPr>
          <p:cNvSpPr txBox="1"/>
          <p:nvPr/>
        </p:nvSpPr>
        <p:spPr>
          <a:xfrm>
            <a:off x="5667533" y="1694631"/>
            <a:ext cx="339898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The start page: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Start order button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Language drop down with: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-English</a:t>
            </a: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-French</a:t>
            </a: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-Spanish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78372F4-0B97-B0C3-9CC7-BA08FECF8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647CA77E-0097-CBCB-3AD2-0A83ADF23F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FC861F7C-EC24-6FC2-5A59-2684A9E8712D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63F01-16CB-02CE-8BEB-3442667A3145}"/>
              </a:ext>
            </a:extLst>
          </p:cNvPr>
          <p:cNvSpPr txBox="1"/>
          <p:nvPr/>
        </p:nvSpPr>
        <p:spPr>
          <a:xfrm>
            <a:off x="5307315" y="2094696"/>
            <a:ext cx="339898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The start menu: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3 circles (clickable) to choose items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072A8A-A9F8-B282-99FC-4EBA9F1D82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290782"/>
            <a:ext cx="3502169" cy="350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7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E079A550-886B-FF90-CDFD-6B9DEA7FE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51FF704-C68A-E2A8-DD4F-2B02AF0263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72303ABF-1A08-756E-EA2F-D45134FE4312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2B92BC-6D18-9381-20DE-1B21E678781B}"/>
              </a:ext>
            </a:extLst>
          </p:cNvPr>
          <p:cNvSpPr txBox="1"/>
          <p:nvPr/>
        </p:nvSpPr>
        <p:spPr>
          <a:xfrm>
            <a:off x="5528988" y="1029096"/>
            <a:ext cx="339898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Hot Drinks Menu: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Choose if including an Add-On or go to checkout 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Will not be able to move on without selecting a size first (pop up will show)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Options of size, quantity, price, and buttons only appear after you have selected an items picture</a:t>
            </a:r>
          </a:p>
          <a:p>
            <a:pPr marL="285750" indent="-285750">
              <a:buFontTx/>
              <a:buChar char="-"/>
            </a:pPr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Cold Drinks menu and Pastry menu are the same but without Add-Ons and for Pastry no size as well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6B6C705-6E92-0BA2-EB25-33A194892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2" y="1330036"/>
            <a:ext cx="5314289" cy="3368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539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0BD08CFE-9B0B-44A4-9959-96F54FC15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17089448-43EE-342A-DA36-6DCC1F95C3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58295107-A601-C396-6BE6-88589BF17656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477804-3CFF-EBD3-9E6B-54AD2B9A5E17}"/>
              </a:ext>
            </a:extLst>
          </p:cNvPr>
          <p:cNvSpPr txBox="1"/>
          <p:nvPr/>
        </p:nvSpPr>
        <p:spPr>
          <a:xfrm>
            <a:off x="431612" y="1137521"/>
            <a:ext cx="82807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Add – Ons (only for Hot Drinks Menu), will get confirmation once item added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6AAF87-89BD-D79C-BF5F-C57A0F3AF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54909"/>
            <a:ext cx="7425362" cy="3084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8363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EF2034D-2A05-F323-ED16-FE913AADC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C12EE7F-1B20-052E-C381-28C3354C64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08C105C3-E3B6-BA33-72E1-CF1AF06FEDDF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DEBC00-A1A2-F9FC-575F-3552873E2987}"/>
              </a:ext>
            </a:extLst>
          </p:cNvPr>
          <p:cNvSpPr txBox="1"/>
          <p:nvPr/>
        </p:nvSpPr>
        <p:spPr>
          <a:xfrm>
            <a:off x="348056" y="1412135"/>
            <a:ext cx="828077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Shortcuts - </a:t>
            </a: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press Menu button, shows a drop-down menu of all 3 menus: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 </a:t>
            </a:r>
          </a:p>
          <a:p>
            <a:pPr lvl="0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Hot Drinks</a:t>
            </a:r>
          </a:p>
          <a:p>
            <a:pPr lvl="0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Cold Drinks</a:t>
            </a:r>
          </a:p>
          <a:p>
            <a:pPr lvl="0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Pastries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 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Easier and quicker to change between all 3 menus instead of having to close and reopen the program all over again.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 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Once you have added an item to cart, the Cart and Checkout button will change from light grey(unclickable) to black(clickable)</a:t>
            </a:r>
            <a:endParaRPr kumimoji="0" lang="en-CA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  <a:sym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6AF0D59-0BA5-23ED-F473-3627493F5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500" y="4435638"/>
            <a:ext cx="8447887" cy="383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897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2AA71854-4773-2E65-A776-4404ADE6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2C35BC9E-1C55-A673-BF3C-F7CB1A01CD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3FF86ECE-DD00-7FE6-5A6A-2B7E1A654293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AFB24F-2DC4-8CEE-9C6C-62375E429607}"/>
              </a:ext>
            </a:extLst>
          </p:cNvPr>
          <p:cNvSpPr txBox="1"/>
          <p:nvPr/>
        </p:nvSpPr>
        <p:spPr>
          <a:xfrm>
            <a:off x="143224" y="1137516"/>
            <a:ext cx="86405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Cart - </a:t>
            </a: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all the items you added to cart get put into a list(select item before clicking a button)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CA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E81E81-44AC-0BDE-7205-044AA3B5D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145" y="1565094"/>
            <a:ext cx="5931044" cy="3373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2856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EADA809-8186-E062-BBDA-3B223583E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C48613D-3B0F-3D97-C005-F23780632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16A39515-7E8B-F830-C0C4-538BC5CEC977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8DE669-8976-F547-4900-A9EAAA61C37F}"/>
              </a:ext>
            </a:extLst>
          </p:cNvPr>
          <p:cNvSpPr txBox="1"/>
          <p:nvPr/>
        </p:nvSpPr>
        <p:spPr>
          <a:xfrm>
            <a:off x="143224" y="1137516"/>
            <a:ext cx="86405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Checkout Screen (Pickup and Delivery)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82136" y="1728293"/>
            <a:ext cx="4058860" cy="31577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45206" y="160206"/>
            <a:ext cx="2971799" cy="22963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5124734" y="2609053"/>
            <a:ext cx="2977986" cy="23199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303504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>
          <a:extLst>
            <a:ext uri="{FF2B5EF4-FFF2-40B4-BE49-F238E27FC236}">
              <a16:creationId xmlns:a16="http://schemas.microsoft.com/office/drawing/2014/main" id="{8CEDEE0A-D760-12C4-61CC-C0D667161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6">
            <a:extLst>
              <a:ext uri="{FF2B5EF4-FFF2-40B4-BE49-F238E27FC236}">
                <a16:creationId xmlns:a16="http://schemas.microsoft.com/office/drawing/2014/main" id="{BD13D5CC-77BF-6E65-A2D2-76969B90A0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54525" y="120145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347" name="Google Shape;347;p36">
            <a:extLst>
              <a:ext uri="{FF2B5EF4-FFF2-40B4-BE49-F238E27FC236}">
                <a16:creationId xmlns:a16="http://schemas.microsoft.com/office/drawing/2014/main" id="{75CCAC5B-979E-34F9-5037-F7EA000FE375}"/>
              </a:ext>
            </a:extLst>
          </p:cNvPr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6">
            <a:extLst>
              <a:ext uri="{FF2B5EF4-FFF2-40B4-BE49-F238E27FC236}">
                <a16:creationId xmlns:a16="http://schemas.microsoft.com/office/drawing/2014/main" id="{4E05CB1A-5860-FCCB-798C-42A3C38AF92D}"/>
              </a:ext>
            </a:extLst>
          </p:cNvPr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" name="Google Shape;349;p36">
            <a:extLst>
              <a:ext uri="{FF2B5EF4-FFF2-40B4-BE49-F238E27FC236}">
                <a16:creationId xmlns:a16="http://schemas.microsoft.com/office/drawing/2014/main" id="{6EA424CB-9632-D2B5-C7BC-48BBBE27F593}"/>
              </a:ext>
            </a:extLst>
          </p:cNvPr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350" name="Google Shape;350;p36">
              <a:extLst>
                <a:ext uri="{FF2B5EF4-FFF2-40B4-BE49-F238E27FC236}">
                  <a16:creationId xmlns:a16="http://schemas.microsoft.com/office/drawing/2014/main" id="{8BCE8F58-782F-3D4C-E18F-D2CEE3DA9E11}"/>
                </a:ext>
              </a:extLst>
            </p:cNvPr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6">
              <a:extLst>
                <a:ext uri="{FF2B5EF4-FFF2-40B4-BE49-F238E27FC236}">
                  <a16:creationId xmlns:a16="http://schemas.microsoft.com/office/drawing/2014/main" id="{ACE09898-8959-6531-8ADA-6CD090BC55B3}"/>
                </a:ext>
              </a:extLst>
            </p:cNvPr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" name="Google Shape;352;p36">
            <a:extLst>
              <a:ext uri="{FF2B5EF4-FFF2-40B4-BE49-F238E27FC236}">
                <a16:creationId xmlns:a16="http://schemas.microsoft.com/office/drawing/2014/main" id="{C15BE8D2-8674-4D0D-5813-0E70674DA539}"/>
              </a:ext>
            </a:extLst>
          </p:cNvPr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353" name="Google Shape;353;p36">
              <a:extLst>
                <a:ext uri="{FF2B5EF4-FFF2-40B4-BE49-F238E27FC236}">
                  <a16:creationId xmlns:a16="http://schemas.microsoft.com/office/drawing/2014/main" id="{1ED29610-87D2-0F33-EED3-8C328B8DC197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>
              <a:extLst>
                <a:ext uri="{FF2B5EF4-FFF2-40B4-BE49-F238E27FC236}">
                  <a16:creationId xmlns:a16="http://schemas.microsoft.com/office/drawing/2014/main" id="{1E0F7D2C-4E5D-64C0-656D-52B5BC8BCD92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" name="Google Shape;355;p36">
            <a:extLst>
              <a:ext uri="{FF2B5EF4-FFF2-40B4-BE49-F238E27FC236}">
                <a16:creationId xmlns:a16="http://schemas.microsoft.com/office/drawing/2014/main" id="{7BD62752-F70E-2690-E471-60632730E862}"/>
              </a:ext>
            </a:extLst>
          </p:cNvPr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36">
            <a:extLst>
              <a:ext uri="{FF2B5EF4-FFF2-40B4-BE49-F238E27FC236}">
                <a16:creationId xmlns:a16="http://schemas.microsoft.com/office/drawing/2014/main" id="{3E388EAC-9E67-19C6-108F-5CEAF0A80437}"/>
              </a:ext>
            </a:extLst>
          </p:cNvPr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7" name="Google Shape;357;p36">
            <a:extLst>
              <a:ext uri="{FF2B5EF4-FFF2-40B4-BE49-F238E27FC236}">
                <a16:creationId xmlns:a16="http://schemas.microsoft.com/office/drawing/2014/main" id="{D8F6A307-1044-7DA4-ADBF-E7E89D8B9A86}"/>
              </a:ext>
            </a:extLst>
          </p:cNvPr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358" name="Google Shape;358;p36">
              <a:extLst>
                <a:ext uri="{FF2B5EF4-FFF2-40B4-BE49-F238E27FC236}">
                  <a16:creationId xmlns:a16="http://schemas.microsoft.com/office/drawing/2014/main" id="{109F9A28-87E9-A9EE-3D71-86B3C0133943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6">
              <a:extLst>
                <a:ext uri="{FF2B5EF4-FFF2-40B4-BE49-F238E27FC236}">
                  <a16:creationId xmlns:a16="http://schemas.microsoft.com/office/drawing/2014/main" id="{53E142AC-80B7-A59D-65CE-5A923A607F56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0" name="Google Shape;360;p36">
            <a:extLst>
              <a:ext uri="{FF2B5EF4-FFF2-40B4-BE49-F238E27FC236}">
                <a16:creationId xmlns:a16="http://schemas.microsoft.com/office/drawing/2014/main" id="{FE20AAD1-9936-BADB-1A5E-2CD7D25B2499}"/>
              </a:ext>
            </a:extLst>
          </p:cNvPr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7D2CD3-4348-F620-3CB8-B705A722EC64}"/>
              </a:ext>
            </a:extLst>
          </p:cNvPr>
          <p:cNvSpPr txBox="1"/>
          <p:nvPr/>
        </p:nvSpPr>
        <p:spPr>
          <a:xfrm>
            <a:off x="2307425" y="2697877"/>
            <a:ext cx="467643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dirty="0"/>
              <a:t> </a:t>
            </a:r>
            <a:r>
              <a:rPr lang="en" sz="5000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Demonstration</a:t>
            </a:r>
            <a:endParaRPr lang="en-CA" sz="5000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462351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>
          <a:extLst>
            <a:ext uri="{FF2B5EF4-FFF2-40B4-BE49-F238E27FC236}">
              <a16:creationId xmlns:a16="http://schemas.microsoft.com/office/drawing/2014/main" id="{0FDDC864-942A-0FB0-2912-ED11E13DC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0">
            <a:extLst>
              <a:ext uri="{FF2B5EF4-FFF2-40B4-BE49-F238E27FC236}">
                <a16:creationId xmlns:a16="http://schemas.microsoft.com/office/drawing/2014/main" id="{43B2734E-91A5-059B-A1AD-C2371FC977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08638" y="2083948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42" name="Google Shape;242;p30">
            <a:extLst>
              <a:ext uri="{FF2B5EF4-FFF2-40B4-BE49-F238E27FC236}">
                <a16:creationId xmlns:a16="http://schemas.microsoft.com/office/drawing/2014/main" id="{2D5F6068-66E1-F55A-C0B8-380D8CE0040C}"/>
              </a:ext>
            </a:extLst>
          </p:cNvPr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30">
            <a:extLst>
              <a:ext uri="{FF2B5EF4-FFF2-40B4-BE49-F238E27FC236}">
                <a16:creationId xmlns:a16="http://schemas.microsoft.com/office/drawing/2014/main" id="{D0D82E7A-13F0-05A5-BD9B-A311A44BEA76}"/>
              </a:ext>
            </a:extLst>
          </p:cNvPr>
          <p:cNvSpPr/>
          <p:nvPr/>
        </p:nvSpPr>
        <p:spPr>
          <a:xfrm flipH="1">
            <a:off x="6821512" y="3826300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4" name="Google Shape;244;p30">
            <a:extLst>
              <a:ext uri="{FF2B5EF4-FFF2-40B4-BE49-F238E27FC236}">
                <a16:creationId xmlns:a16="http://schemas.microsoft.com/office/drawing/2014/main" id="{6D2B884A-569E-790F-21FC-D3A546F8B70D}"/>
              </a:ext>
            </a:extLst>
          </p:cNvPr>
          <p:cNvGrpSpPr/>
          <p:nvPr/>
        </p:nvGrpSpPr>
        <p:grpSpPr>
          <a:xfrm flipH="1">
            <a:off x="7557962" y="4628700"/>
            <a:ext cx="469550" cy="374575"/>
            <a:chOff x="1101425" y="4597125"/>
            <a:chExt cx="469550" cy="374575"/>
          </a:xfrm>
        </p:grpSpPr>
        <p:sp>
          <p:nvSpPr>
            <p:cNvPr id="245" name="Google Shape;245;p30">
              <a:extLst>
                <a:ext uri="{FF2B5EF4-FFF2-40B4-BE49-F238E27FC236}">
                  <a16:creationId xmlns:a16="http://schemas.microsoft.com/office/drawing/2014/main" id="{1DC610B5-234E-FFB3-ECB7-10F12F102407}"/>
                </a:ext>
              </a:extLst>
            </p:cNvPr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0">
              <a:extLst>
                <a:ext uri="{FF2B5EF4-FFF2-40B4-BE49-F238E27FC236}">
                  <a16:creationId xmlns:a16="http://schemas.microsoft.com/office/drawing/2014/main" id="{C95814CF-5DCB-1833-4403-A51BF1694660}"/>
                </a:ext>
              </a:extLst>
            </p:cNvPr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" name="Google Shape;247;p30">
            <a:extLst>
              <a:ext uri="{FF2B5EF4-FFF2-40B4-BE49-F238E27FC236}">
                <a16:creationId xmlns:a16="http://schemas.microsoft.com/office/drawing/2014/main" id="{EE3FABC0-43C4-1C96-A8C9-053D609DCFB2}"/>
              </a:ext>
            </a:extLst>
          </p:cNvPr>
          <p:cNvGrpSpPr/>
          <p:nvPr/>
        </p:nvGrpSpPr>
        <p:grpSpPr>
          <a:xfrm flipH="1">
            <a:off x="7457287" y="4276875"/>
            <a:ext cx="217125" cy="282300"/>
            <a:chOff x="1454525" y="4245300"/>
            <a:chExt cx="217125" cy="282300"/>
          </a:xfrm>
        </p:grpSpPr>
        <p:sp>
          <p:nvSpPr>
            <p:cNvPr id="248" name="Google Shape;248;p30">
              <a:extLst>
                <a:ext uri="{FF2B5EF4-FFF2-40B4-BE49-F238E27FC236}">
                  <a16:creationId xmlns:a16="http://schemas.microsoft.com/office/drawing/2014/main" id="{836F3A37-AC63-A3A4-13CE-8C03281CB50C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0">
              <a:extLst>
                <a:ext uri="{FF2B5EF4-FFF2-40B4-BE49-F238E27FC236}">
                  <a16:creationId xmlns:a16="http://schemas.microsoft.com/office/drawing/2014/main" id="{8BB63651-2785-BD13-9C50-14C5740F532E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" name="Google Shape;250;p30">
            <a:extLst>
              <a:ext uri="{FF2B5EF4-FFF2-40B4-BE49-F238E27FC236}">
                <a16:creationId xmlns:a16="http://schemas.microsoft.com/office/drawing/2014/main" id="{A3CAAB73-561D-BE53-9716-CADC160D1F8E}"/>
              </a:ext>
            </a:extLst>
          </p:cNvPr>
          <p:cNvSpPr/>
          <p:nvPr/>
        </p:nvSpPr>
        <p:spPr>
          <a:xfrm>
            <a:off x="-36825" y="0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30">
            <a:extLst>
              <a:ext uri="{FF2B5EF4-FFF2-40B4-BE49-F238E27FC236}">
                <a16:creationId xmlns:a16="http://schemas.microsoft.com/office/drawing/2014/main" id="{53BAB5C5-3D67-F3D2-551C-15269A6D8469}"/>
              </a:ext>
            </a:extLst>
          </p:cNvPr>
          <p:cNvSpPr/>
          <p:nvPr/>
        </p:nvSpPr>
        <p:spPr>
          <a:xfrm flipH="1">
            <a:off x="7221394" y="0"/>
            <a:ext cx="2192368" cy="1558871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2" name="Google Shape;252;p30">
            <a:extLst>
              <a:ext uri="{FF2B5EF4-FFF2-40B4-BE49-F238E27FC236}">
                <a16:creationId xmlns:a16="http://schemas.microsoft.com/office/drawing/2014/main" id="{27E7F11A-2A03-F7DD-1E42-32BBF8CB1519}"/>
              </a:ext>
            </a:extLst>
          </p:cNvPr>
          <p:cNvGrpSpPr/>
          <p:nvPr/>
        </p:nvGrpSpPr>
        <p:grpSpPr>
          <a:xfrm rot="-2500248" flipH="1">
            <a:off x="7784717" y="4359678"/>
            <a:ext cx="135889" cy="176679"/>
            <a:chOff x="1454525" y="4245300"/>
            <a:chExt cx="217125" cy="282300"/>
          </a:xfrm>
        </p:grpSpPr>
        <p:sp>
          <p:nvSpPr>
            <p:cNvPr id="253" name="Google Shape;253;p30">
              <a:extLst>
                <a:ext uri="{FF2B5EF4-FFF2-40B4-BE49-F238E27FC236}">
                  <a16:creationId xmlns:a16="http://schemas.microsoft.com/office/drawing/2014/main" id="{73E20D35-0CC2-619A-B598-3AA581861E70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0">
              <a:extLst>
                <a:ext uri="{FF2B5EF4-FFF2-40B4-BE49-F238E27FC236}">
                  <a16:creationId xmlns:a16="http://schemas.microsoft.com/office/drawing/2014/main" id="{B1ABA285-0994-AA01-DCA1-E03C2DD2EFB2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" name="Google Shape;255;p30">
            <a:extLst>
              <a:ext uri="{FF2B5EF4-FFF2-40B4-BE49-F238E27FC236}">
                <a16:creationId xmlns:a16="http://schemas.microsoft.com/office/drawing/2014/main" id="{5891AE76-D81F-0B6F-F585-8D3698842FC6}"/>
              </a:ext>
            </a:extLst>
          </p:cNvPr>
          <p:cNvSpPr/>
          <p:nvPr/>
        </p:nvSpPr>
        <p:spPr>
          <a:xfrm flipH="1">
            <a:off x="566766" y="186392"/>
            <a:ext cx="2286421" cy="1107918"/>
          </a:xfrm>
          <a:custGeom>
            <a:avLst/>
            <a:gdLst/>
            <a:ahLst/>
            <a:cxnLst/>
            <a:rect l="l" t="t" r="r" b="b"/>
            <a:pathLst>
              <a:path w="99931" h="48423" extrusionOk="0">
                <a:moveTo>
                  <a:pt x="66117" y="0"/>
                </a:moveTo>
                <a:cubicBezTo>
                  <a:pt x="65478" y="0"/>
                  <a:pt x="64837" y="16"/>
                  <a:pt x="64196" y="16"/>
                </a:cubicBezTo>
                <a:cubicBezTo>
                  <a:pt x="64092" y="16"/>
                  <a:pt x="63989" y="16"/>
                  <a:pt x="63885" y="15"/>
                </a:cubicBezTo>
                <a:cubicBezTo>
                  <a:pt x="63824" y="14"/>
                  <a:pt x="63763" y="14"/>
                  <a:pt x="63702" y="14"/>
                </a:cubicBezTo>
                <a:cubicBezTo>
                  <a:pt x="62058" y="14"/>
                  <a:pt x="60405" y="166"/>
                  <a:pt x="58784" y="458"/>
                </a:cubicBezTo>
                <a:cubicBezTo>
                  <a:pt x="56671" y="832"/>
                  <a:pt x="54570" y="1205"/>
                  <a:pt x="52492" y="1696"/>
                </a:cubicBezTo>
                <a:cubicBezTo>
                  <a:pt x="50613" y="2139"/>
                  <a:pt x="48746" y="2688"/>
                  <a:pt x="46913" y="3283"/>
                </a:cubicBezTo>
                <a:cubicBezTo>
                  <a:pt x="44742" y="3995"/>
                  <a:pt x="42606" y="4754"/>
                  <a:pt x="40493" y="5594"/>
                </a:cubicBezTo>
                <a:cubicBezTo>
                  <a:pt x="37668" y="6703"/>
                  <a:pt x="34890" y="7917"/>
                  <a:pt x="32088" y="9061"/>
                </a:cubicBezTo>
                <a:cubicBezTo>
                  <a:pt x="30501" y="9703"/>
                  <a:pt x="28902" y="10310"/>
                  <a:pt x="27291" y="10894"/>
                </a:cubicBezTo>
                <a:cubicBezTo>
                  <a:pt x="27120" y="10951"/>
                  <a:pt x="26941" y="10980"/>
                  <a:pt x="26763" y="10980"/>
                </a:cubicBezTo>
                <a:cubicBezTo>
                  <a:pt x="26614" y="10980"/>
                  <a:pt x="26466" y="10960"/>
                  <a:pt x="26322" y="10917"/>
                </a:cubicBezTo>
                <a:cubicBezTo>
                  <a:pt x="25552" y="10614"/>
                  <a:pt x="25342" y="9878"/>
                  <a:pt x="25855" y="9201"/>
                </a:cubicBezTo>
                <a:cubicBezTo>
                  <a:pt x="26381" y="8477"/>
                  <a:pt x="26987" y="7835"/>
                  <a:pt x="27665" y="7263"/>
                </a:cubicBezTo>
                <a:cubicBezTo>
                  <a:pt x="29240" y="5991"/>
                  <a:pt x="30898" y="4836"/>
                  <a:pt x="32497" y="3587"/>
                </a:cubicBezTo>
                <a:cubicBezTo>
                  <a:pt x="33151" y="3026"/>
                  <a:pt x="33781" y="2431"/>
                  <a:pt x="34376" y="1812"/>
                </a:cubicBezTo>
                <a:cubicBezTo>
                  <a:pt x="34598" y="1591"/>
                  <a:pt x="34738" y="1287"/>
                  <a:pt x="34551" y="984"/>
                </a:cubicBezTo>
                <a:cubicBezTo>
                  <a:pt x="34384" y="727"/>
                  <a:pt x="34133" y="662"/>
                  <a:pt x="33849" y="662"/>
                </a:cubicBezTo>
                <a:cubicBezTo>
                  <a:pt x="33796" y="662"/>
                  <a:pt x="33742" y="665"/>
                  <a:pt x="33688" y="668"/>
                </a:cubicBezTo>
                <a:cubicBezTo>
                  <a:pt x="32532" y="750"/>
                  <a:pt x="31388" y="984"/>
                  <a:pt x="30303" y="1392"/>
                </a:cubicBezTo>
                <a:cubicBezTo>
                  <a:pt x="28482" y="2011"/>
                  <a:pt x="26672" y="2688"/>
                  <a:pt x="24886" y="3411"/>
                </a:cubicBezTo>
                <a:cubicBezTo>
                  <a:pt x="22622" y="4345"/>
                  <a:pt x="20462" y="5501"/>
                  <a:pt x="18350" y="6750"/>
                </a:cubicBezTo>
                <a:cubicBezTo>
                  <a:pt x="15198" y="8618"/>
                  <a:pt x="12221" y="10742"/>
                  <a:pt x="9548" y="13252"/>
                </a:cubicBezTo>
                <a:cubicBezTo>
                  <a:pt x="8113" y="14629"/>
                  <a:pt x="6759" y="16076"/>
                  <a:pt x="5463" y="17582"/>
                </a:cubicBezTo>
                <a:cubicBezTo>
                  <a:pt x="3969" y="19333"/>
                  <a:pt x="2685" y="21259"/>
                  <a:pt x="1623" y="23302"/>
                </a:cubicBezTo>
                <a:cubicBezTo>
                  <a:pt x="514" y="25380"/>
                  <a:pt x="117" y="27621"/>
                  <a:pt x="23" y="29944"/>
                </a:cubicBezTo>
                <a:cubicBezTo>
                  <a:pt x="0" y="31018"/>
                  <a:pt x="152" y="32080"/>
                  <a:pt x="467" y="33095"/>
                </a:cubicBezTo>
                <a:cubicBezTo>
                  <a:pt x="887" y="34449"/>
                  <a:pt x="1704" y="35652"/>
                  <a:pt x="2813" y="36551"/>
                </a:cubicBezTo>
                <a:cubicBezTo>
                  <a:pt x="4284" y="37729"/>
                  <a:pt x="5988" y="38185"/>
                  <a:pt x="7821" y="38196"/>
                </a:cubicBezTo>
                <a:cubicBezTo>
                  <a:pt x="9350" y="38185"/>
                  <a:pt x="10856" y="37928"/>
                  <a:pt x="12291" y="37426"/>
                </a:cubicBezTo>
                <a:cubicBezTo>
                  <a:pt x="14381" y="36726"/>
                  <a:pt x="16319" y="35745"/>
                  <a:pt x="18023" y="34356"/>
                </a:cubicBezTo>
                <a:cubicBezTo>
                  <a:pt x="19330" y="33282"/>
                  <a:pt x="20579" y="32138"/>
                  <a:pt x="21886" y="31088"/>
                </a:cubicBezTo>
                <a:cubicBezTo>
                  <a:pt x="24244" y="29220"/>
                  <a:pt x="26766" y="27574"/>
                  <a:pt x="29427" y="26197"/>
                </a:cubicBezTo>
                <a:cubicBezTo>
                  <a:pt x="31563" y="25076"/>
                  <a:pt x="33793" y="24142"/>
                  <a:pt x="36081" y="23419"/>
                </a:cubicBezTo>
                <a:cubicBezTo>
                  <a:pt x="38158" y="22765"/>
                  <a:pt x="40306" y="22321"/>
                  <a:pt x="42466" y="22111"/>
                </a:cubicBezTo>
                <a:cubicBezTo>
                  <a:pt x="43633" y="22006"/>
                  <a:pt x="44812" y="21995"/>
                  <a:pt x="45979" y="21960"/>
                </a:cubicBezTo>
                <a:cubicBezTo>
                  <a:pt x="46015" y="21959"/>
                  <a:pt x="46051" y="21958"/>
                  <a:pt x="46086" y="21958"/>
                </a:cubicBezTo>
                <a:cubicBezTo>
                  <a:pt x="46519" y="21958"/>
                  <a:pt x="46960" y="22019"/>
                  <a:pt x="47391" y="22030"/>
                </a:cubicBezTo>
                <a:cubicBezTo>
                  <a:pt x="48174" y="22053"/>
                  <a:pt x="48956" y="22041"/>
                  <a:pt x="49726" y="22076"/>
                </a:cubicBezTo>
                <a:cubicBezTo>
                  <a:pt x="50952" y="22146"/>
                  <a:pt x="52166" y="22181"/>
                  <a:pt x="53380" y="22333"/>
                </a:cubicBezTo>
                <a:cubicBezTo>
                  <a:pt x="54955" y="22520"/>
                  <a:pt x="56543" y="22765"/>
                  <a:pt x="58119" y="23057"/>
                </a:cubicBezTo>
                <a:cubicBezTo>
                  <a:pt x="59543" y="23337"/>
                  <a:pt x="60955" y="23757"/>
                  <a:pt x="62239" y="24458"/>
                </a:cubicBezTo>
                <a:cubicBezTo>
                  <a:pt x="63348" y="25053"/>
                  <a:pt x="64387" y="25777"/>
                  <a:pt x="65461" y="26454"/>
                </a:cubicBezTo>
                <a:cubicBezTo>
                  <a:pt x="66395" y="27026"/>
                  <a:pt x="67305" y="27633"/>
                  <a:pt x="68414" y="27843"/>
                </a:cubicBezTo>
                <a:cubicBezTo>
                  <a:pt x="68502" y="27858"/>
                  <a:pt x="68590" y="27866"/>
                  <a:pt x="68677" y="27866"/>
                </a:cubicBezTo>
                <a:cubicBezTo>
                  <a:pt x="69572" y="27866"/>
                  <a:pt x="70374" y="27080"/>
                  <a:pt x="70118" y="26197"/>
                </a:cubicBezTo>
                <a:cubicBezTo>
                  <a:pt x="69978" y="25765"/>
                  <a:pt x="69733" y="25368"/>
                  <a:pt x="69418" y="25041"/>
                </a:cubicBezTo>
                <a:cubicBezTo>
                  <a:pt x="68391" y="23874"/>
                  <a:pt x="67002" y="23290"/>
                  <a:pt x="65566" y="22788"/>
                </a:cubicBezTo>
                <a:cubicBezTo>
                  <a:pt x="64971" y="22567"/>
                  <a:pt x="64399" y="22298"/>
                  <a:pt x="63862" y="21960"/>
                </a:cubicBezTo>
                <a:cubicBezTo>
                  <a:pt x="63523" y="21761"/>
                  <a:pt x="63558" y="21469"/>
                  <a:pt x="63897" y="21329"/>
                </a:cubicBezTo>
                <a:cubicBezTo>
                  <a:pt x="64156" y="21219"/>
                  <a:pt x="64442" y="21161"/>
                  <a:pt x="64731" y="21161"/>
                </a:cubicBezTo>
                <a:cubicBezTo>
                  <a:pt x="64780" y="21161"/>
                  <a:pt x="64828" y="21162"/>
                  <a:pt x="64877" y="21166"/>
                </a:cubicBezTo>
                <a:cubicBezTo>
                  <a:pt x="66418" y="21283"/>
                  <a:pt x="67830" y="21866"/>
                  <a:pt x="69161" y="22602"/>
                </a:cubicBezTo>
                <a:cubicBezTo>
                  <a:pt x="70352" y="23244"/>
                  <a:pt x="71496" y="23956"/>
                  <a:pt x="72628" y="24679"/>
                </a:cubicBezTo>
                <a:cubicBezTo>
                  <a:pt x="74834" y="26092"/>
                  <a:pt x="77017" y="27527"/>
                  <a:pt x="78955" y="29302"/>
                </a:cubicBezTo>
                <a:cubicBezTo>
                  <a:pt x="80694" y="30878"/>
                  <a:pt x="82223" y="32675"/>
                  <a:pt x="83484" y="34648"/>
                </a:cubicBezTo>
                <a:cubicBezTo>
                  <a:pt x="85188" y="37368"/>
                  <a:pt x="86425" y="40286"/>
                  <a:pt x="87698" y="43204"/>
                </a:cubicBezTo>
                <a:cubicBezTo>
                  <a:pt x="88059" y="44033"/>
                  <a:pt x="88491" y="44838"/>
                  <a:pt x="88993" y="45609"/>
                </a:cubicBezTo>
                <a:cubicBezTo>
                  <a:pt x="89256" y="45993"/>
                  <a:pt x="89586" y="46146"/>
                  <a:pt x="89907" y="46146"/>
                </a:cubicBezTo>
                <a:cubicBezTo>
                  <a:pt x="90387" y="46146"/>
                  <a:pt x="90847" y="45806"/>
                  <a:pt x="91036" y="45387"/>
                </a:cubicBezTo>
                <a:cubicBezTo>
                  <a:pt x="91374" y="44651"/>
                  <a:pt x="91316" y="43881"/>
                  <a:pt x="91223" y="43111"/>
                </a:cubicBezTo>
                <a:cubicBezTo>
                  <a:pt x="91036" y="41523"/>
                  <a:pt x="90499" y="40006"/>
                  <a:pt x="89635" y="38652"/>
                </a:cubicBezTo>
                <a:cubicBezTo>
                  <a:pt x="88783" y="37309"/>
                  <a:pt x="87803" y="36072"/>
                  <a:pt x="86892" y="34753"/>
                </a:cubicBezTo>
                <a:cubicBezTo>
                  <a:pt x="86495" y="34169"/>
                  <a:pt x="86133" y="33562"/>
                  <a:pt x="85795" y="32932"/>
                </a:cubicBezTo>
                <a:cubicBezTo>
                  <a:pt x="85631" y="32640"/>
                  <a:pt x="85491" y="32302"/>
                  <a:pt x="85830" y="32010"/>
                </a:cubicBezTo>
                <a:cubicBezTo>
                  <a:pt x="85953" y="31899"/>
                  <a:pt x="86075" y="31858"/>
                  <a:pt x="86194" y="31858"/>
                </a:cubicBezTo>
                <a:cubicBezTo>
                  <a:pt x="86403" y="31858"/>
                  <a:pt x="86606" y="31983"/>
                  <a:pt x="86799" y="32080"/>
                </a:cubicBezTo>
                <a:cubicBezTo>
                  <a:pt x="87674" y="32512"/>
                  <a:pt x="88340" y="33212"/>
                  <a:pt x="88958" y="33924"/>
                </a:cubicBezTo>
                <a:cubicBezTo>
                  <a:pt x="90546" y="35757"/>
                  <a:pt x="91725" y="37846"/>
                  <a:pt x="92729" y="40029"/>
                </a:cubicBezTo>
                <a:cubicBezTo>
                  <a:pt x="93627" y="42013"/>
                  <a:pt x="94503" y="44009"/>
                  <a:pt x="95448" y="45970"/>
                </a:cubicBezTo>
                <a:cubicBezTo>
                  <a:pt x="95798" y="46647"/>
                  <a:pt x="96230" y="47278"/>
                  <a:pt x="96744" y="47838"/>
                </a:cubicBezTo>
                <a:cubicBezTo>
                  <a:pt x="97027" y="48216"/>
                  <a:pt x="97468" y="48423"/>
                  <a:pt x="97922" y="48423"/>
                </a:cubicBezTo>
                <a:cubicBezTo>
                  <a:pt x="98086" y="48423"/>
                  <a:pt x="98252" y="48396"/>
                  <a:pt x="98413" y="48340"/>
                </a:cubicBezTo>
                <a:cubicBezTo>
                  <a:pt x="99219" y="48095"/>
                  <a:pt x="99475" y="47406"/>
                  <a:pt x="99650" y="46694"/>
                </a:cubicBezTo>
                <a:cubicBezTo>
                  <a:pt x="99931" y="45574"/>
                  <a:pt x="99919" y="44441"/>
                  <a:pt x="99837" y="43286"/>
                </a:cubicBezTo>
                <a:cubicBezTo>
                  <a:pt x="99744" y="41955"/>
                  <a:pt x="99534" y="40624"/>
                  <a:pt x="99230" y="39329"/>
                </a:cubicBezTo>
                <a:cubicBezTo>
                  <a:pt x="98845" y="37613"/>
                  <a:pt x="98296" y="35944"/>
                  <a:pt x="97584" y="34333"/>
                </a:cubicBezTo>
                <a:cubicBezTo>
                  <a:pt x="97223" y="33516"/>
                  <a:pt x="96767" y="32745"/>
                  <a:pt x="96464" y="31916"/>
                </a:cubicBezTo>
                <a:cubicBezTo>
                  <a:pt x="95962" y="30562"/>
                  <a:pt x="95542" y="29173"/>
                  <a:pt x="95110" y="27796"/>
                </a:cubicBezTo>
                <a:cubicBezTo>
                  <a:pt x="94479" y="25765"/>
                  <a:pt x="93931" y="23710"/>
                  <a:pt x="93207" y="21703"/>
                </a:cubicBezTo>
                <a:cubicBezTo>
                  <a:pt x="92542" y="19835"/>
                  <a:pt x="91783" y="17991"/>
                  <a:pt x="90943" y="16205"/>
                </a:cubicBezTo>
                <a:cubicBezTo>
                  <a:pt x="90277" y="14851"/>
                  <a:pt x="89530" y="13543"/>
                  <a:pt x="88701" y="12294"/>
                </a:cubicBezTo>
                <a:cubicBezTo>
                  <a:pt x="87347" y="10182"/>
                  <a:pt x="85701" y="8279"/>
                  <a:pt x="83799" y="6645"/>
                </a:cubicBezTo>
                <a:cubicBezTo>
                  <a:pt x="81791" y="4917"/>
                  <a:pt x="79550" y="3505"/>
                  <a:pt x="77134" y="2419"/>
                </a:cubicBezTo>
                <a:cubicBezTo>
                  <a:pt x="74145" y="1077"/>
                  <a:pt x="70959" y="271"/>
                  <a:pt x="67690" y="50"/>
                </a:cubicBezTo>
                <a:cubicBezTo>
                  <a:pt x="67168" y="11"/>
                  <a:pt x="66643" y="0"/>
                  <a:pt x="6611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30">
            <a:extLst>
              <a:ext uri="{FF2B5EF4-FFF2-40B4-BE49-F238E27FC236}">
                <a16:creationId xmlns:a16="http://schemas.microsoft.com/office/drawing/2014/main" id="{FF32A08F-EDD9-9F60-5A35-CBE5C14E5B8D}"/>
              </a:ext>
            </a:extLst>
          </p:cNvPr>
          <p:cNvSpPr/>
          <p:nvPr/>
        </p:nvSpPr>
        <p:spPr>
          <a:xfrm rot="-5400000" flipH="1">
            <a:off x="7540074" y="3891037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5156669"/>
      </p:ext>
    </p:extLst>
  </p:cSld>
  <p:clrMapOvr>
    <a:masterClrMapping/>
  </p:clrMapOvr>
</p:sld>
</file>

<file path=ppt/theme/theme1.xml><?xml version="1.0" encoding="utf-8"?>
<a:theme xmlns:a="http://schemas.openxmlformats.org/drawingml/2006/main" name="Coffee Color Palette Agency">
  <a:themeElements>
    <a:clrScheme name="Simple Light">
      <a:dk1>
        <a:srgbClr val="471E0D"/>
      </a:dk1>
      <a:lt1>
        <a:srgbClr val="ECD4C3"/>
      </a:lt1>
      <a:dk2>
        <a:srgbClr val="100504"/>
      </a:dk2>
      <a:lt2>
        <a:srgbClr val="733D24"/>
      </a:lt2>
      <a:accent1>
        <a:srgbClr val="B77152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0050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402</Words>
  <Application>Microsoft Office PowerPoint</Application>
  <PresentationFormat>On-screen Show (16:9)</PresentationFormat>
  <Paragraphs>94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Yusei Magic</vt:lpstr>
      <vt:lpstr>DM Sans Medium</vt:lpstr>
      <vt:lpstr>Bebas Neue</vt:lpstr>
      <vt:lpstr>Raleway</vt:lpstr>
      <vt:lpstr>Nunito Light</vt:lpstr>
      <vt:lpstr>Coffee Color Palette Agency</vt:lpstr>
      <vt:lpstr>Comfy Cozy Cafe</vt:lpstr>
      <vt:lpstr>Table of contents</vt:lpstr>
      <vt:lpstr>Project Description</vt:lpstr>
      <vt:lpstr>Description</vt:lpstr>
      <vt:lpstr>Description</vt:lpstr>
      <vt:lpstr>Description </vt:lpstr>
      <vt:lpstr>Description</vt:lpstr>
      <vt:lpstr>02</vt:lpstr>
      <vt:lpstr>Features</vt:lpstr>
      <vt:lpstr>Features</vt:lpstr>
      <vt:lpstr>Features</vt:lpstr>
      <vt:lpstr>Features</vt:lpstr>
      <vt:lpstr>Features</vt:lpstr>
      <vt:lpstr>Features</vt:lpstr>
      <vt:lpstr>Features</vt:lpstr>
      <vt:lpstr>03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Comfy Cozy Cafe</dc:title>
  <dc:creator>kiara bartuccio</dc:creator>
  <cp:lastModifiedBy>Kiara Bartuccio</cp:lastModifiedBy>
  <cp:revision>14</cp:revision>
  <dcterms:modified xsi:type="dcterms:W3CDTF">2025-12-11T18:42:24Z</dcterms:modified>
</cp:coreProperties>
</file>